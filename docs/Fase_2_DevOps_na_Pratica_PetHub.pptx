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5" r:id="rId4"/>
  </p:sldMasterIdLst>
  <p:notesMasterIdLst>
    <p:notesMasterId r:id="rId18"/>
  </p:notesMasterIdLst>
  <p:handoutMasterIdLst>
    <p:handoutMasterId r:id="rId19"/>
  </p:handoutMasterIdLst>
  <p:sldIdLst>
    <p:sldId id="288" r:id="rId5"/>
    <p:sldId id="325" r:id="rId6"/>
    <p:sldId id="301" r:id="rId7"/>
    <p:sldId id="302" r:id="rId8"/>
    <p:sldId id="293" r:id="rId9"/>
    <p:sldId id="304" r:id="rId10"/>
    <p:sldId id="322" r:id="rId11"/>
    <p:sldId id="323" r:id="rId12"/>
    <p:sldId id="324" r:id="rId13"/>
    <p:sldId id="327" r:id="rId14"/>
    <p:sldId id="330" r:id="rId15"/>
    <p:sldId id="329" r:id="rId16"/>
    <p:sldId id="300" r:id="rId17"/>
  </p:sldIdLst>
  <p:sldSz cx="16402050" cy="9601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DB409441-E25A-462F-9A2D-B5D2AB63FBF8}">
          <p14:sldIdLst>
            <p14:sldId id="288"/>
            <p14:sldId id="325"/>
            <p14:sldId id="301"/>
            <p14:sldId id="302"/>
            <p14:sldId id="293"/>
            <p14:sldId id="304"/>
            <p14:sldId id="322"/>
            <p14:sldId id="323"/>
            <p14:sldId id="324"/>
            <p14:sldId id="327"/>
            <p14:sldId id="330"/>
            <p14:sldId id="329"/>
            <p14:sldId id="300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dressa Da Rosa Vega" initials="ADRV" lastIdx="1" clrIdx="0">
    <p:extLst>
      <p:ext uri="{19B8F6BF-5375-455C-9EA6-DF929625EA0E}">
        <p15:presenceInfo xmlns:p15="http://schemas.microsoft.com/office/powerpoint/2012/main" userId="S-1-5-21-602162358-1580818891-839522115-238391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EEFC"/>
    <a:srgbClr val="9966FF"/>
    <a:srgbClr val="DAE3F3"/>
    <a:srgbClr val="9999FF"/>
    <a:srgbClr val="53559B"/>
    <a:srgbClr val="C3A77A"/>
    <a:srgbClr val="9E7E54"/>
    <a:srgbClr val="AE9780"/>
    <a:srgbClr val="85677A"/>
    <a:srgbClr val="A87F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81" autoAdjust="0"/>
    <p:restoredTop sz="86410" autoAdjust="0"/>
  </p:normalViewPr>
  <p:slideViewPr>
    <p:cSldViewPr snapToGrid="0">
      <p:cViewPr varScale="1">
        <p:scale>
          <a:sx n="39" d="100"/>
          <a:sy n="39" d="100"/>
        </p:scale>
        <p:origin x="1176" y="4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50" d="100"/>
        <a:sy n="150" d="100"/>
      </p:scale>
      <p:origin x="0" y="-144"/>
    </p:cViewPr>
  </p:sorterViewPr>
  <p:notesViewPr>
    <p:cSldViewPr snapToGrid="0">
      <p:cViewPr>
        <p:scale>
          <a:sx n="1" d="2"/>
          <a:sy n="1" d="2"/>
        </p:scale>
        <p:origin x="3108" y="52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notesMaster" Target="notesMasters/notesMaster1.xml"/><Relationship Id="rId19" Type="http://schemas.openxmlformats.org/officeDocument/2006/relationships/handoutMaster" Target="handoutMasters/handoutMaster1.xml"/><Relationship Id="rId20" Type="http://schemas.openxmlformats.org/officeDocument/2006/relationships/commentAuthors" Target="commentAuthors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ssa Da Rosa Vega" userId="116fd44e-507e-4426-a177-f6817e88f05f" providerId="ADAL" clId="{8486FF19-B67E-4BB2-AE54-B0EFD9373DFF}"/>
    <pc:docChg chg="modSld">
      <pc:chgData name="Andressa Da Rosa Vega" userId="116fd44e-507e-4426-a177-f6817e88f05f" providerId="ADAL" clId="{8486FF19-B67E-4BB2-AE54-B0EFD9373DFF}" dt="2025-07-11T18:57:25.804" v="4"/>
      <pc:docMkLst>
        <pc:docMk/>
      </pc:docMkLst>
      <pc:sldChg chg="addCm modCm">
        <pc:chgData name="Andressa Da Rosa Vega" userId="116fd44e-507e-4426-a177-f6817e88f05f" providerId="ADAL" clId="{8486FF19-B67E-4BB2-AE54-B0EFD9373DFF}" dt="2025-07-11T18:57:25.804" v="4"/>
        <pc:sldMkLst>
          <pc:docMk/>
          <pc:sldMk cId="906182785" sldId="328"/>
        </pc:sldMkLst>
      </pc:sldChg>
    </pc:docChg>
  </pc:docChgLst>
  <pc:docChgLst>
    <pc:chgData name="Rafaela Boletti Duraes Souto" userId="78f52f2a-2d51-4833-a638-c8c75f30638a" providerId="ADAL" clId="{08120806-4825-4CA5-BADB-3903FD4E160D}"/>
    <pc:docChg chg="undo custSel delSld modSld modMainMaster modSection">
      <pc:chgData name="Rafaela Boletti Duraes Souto" userId="78f52f2a-2d51-4833-a638-c8c75f30638a" providerId="ADAL" clId="{08120806-4825-4CA5-BADB-3903FD4E160D}" dt="2025-05-06T16:40:58.417" v="270"/>
      <pc:docMkLst>
        <pc:docMk/>
      </pc:docMkLst>
      <pc:sldChg chg="addSp delSp modSp">
        <pc:chgData name="Rafaela Boletti Duraes Souto" userId="78f52f2a-2d51-4833-a638-c8c75f30638a" providerId="ADAL" clId="{08120806-4825-4CA5-BADB-3903FD4E160D}" dt="2025-05-06T16:40:42.343" v="264"/>
        <pc:sldMkLst>
          <pc:docMk/>
          <pc:sldMk cId="4066044570" sldId="302"/>
        </pc:sldMkLst>
        <pc:spChg chg="add mod">
          <ac:chgData name="Rafaela Boletti Duraes Souto" userId="78f52f2a-2d51-4833-a638-c8c75f30638a" providerId="ADAL" clId="{08120806-4825-4CA5-BADB-3903FD4E160D}" dt="2025-05-06T16:40:42.343" v="264"/>
          <ac:spMkLst>
            <pc:docMk/>
            <pc:sldMk cId="4066044570" sldId="302"/>
            <ac:spMk id="2" creationId="{74E2798D-2651-44FC-8A6B-CA3191F9DDC0}"/>
          </ac:spMkLst>
        </pc:spChg>
        <pc:spChg chg="del">
          <ac:chgData name="Rafaela Boletti Duraes Souto" userId="78f52f2a-2d51-4833-a638-c8c75f30638a" providerId="ADAL" clId="{08120806-4825-4CA5-BADB-3903FD4E160D}" dt="2025-05-06T16:40:42.343" v="264"/>
          <ac:spMkLst>
            <pc:docMk/>
            <pc:sldMk cId="4066044570" sldId="302"/>
            <ac:spMk id="3" creationId="{486EC7D3-5A22-4E4C-A827-68C78786376B}"/>
          </ac:spMkLst>
        </pc:spChg>
      </pc:sldChg>
      <pc:sldChg chg="addSp delSp modSp">
        <pc:chgData name="Rafaela Boletti Duraes Souto" userId="78f52f2a-2d51-4833-a638-c8c75f30638a" providerId="ADAL" clId="{08120806-4825-4CA5-BADB-3903FD4E160D}" dt="2025-05-06T16:40:44.981" v="265"/>
        <pc:sldMkLst>
          <pc:docMk/>
          <pc:sldMk cId="1260139504" sldId="304"/>
        </pc:sldMkLst>
        <pc:spChg chg="add del mod">
          <ac:chgData name="Rafaela Boletti Duraes Souto" userId="78f52f2a-2d51-4833-a638-c8c75f30638a" providerId="ADAL" clId="{08120806-4825-4CA5-BADB-3903FD4E160D}" dt="2025-05-06T16:40:44.981" v="265"/>
          <ac:spMkLst>
            <pc:docMk/>
            <pc:sldMk cId="1260139504" sldId="304"/>
            <ac:spMk id="2" creationId="{68E87E69-060E-400C-9D77-929637924F65}"/>
          </ac:spMkLst>
        </pc:spChg>
        <pc:spChg chg="add mod">
          <ac:chgData name="Rafaela Boletti Duraes Souto" userId="78f52f2a-2d51-4833-a638-c8c75f30638a" providerId="ADAL" clId="{08120806-4825-4CA5-BADB-3903FD4E160D}" dt="2025-05-06T16:40:44.981" v="265"/>
          <ac:spMkLst>
            <pc:docMk/>
            <pc:sldMk cId="1260139504" sldId="304"/>
            <ac:spMk id="3" creationId="{45181BE6-E915-4A13-8BF5-110E693F1C01}"/>
          </ac:spMkLst>
        </pc:spChg>
        <pc:spChg chg="del">
          <ac:chgData name="Rafaela Boletti Duraes Souto" userId="78f52f2a-2d51-4833-a638-c8c75f30638a" providerId="ADAL" clId="{08120806-4825-4CA5-BADB-3903FD4E160D}" dt="2025-05-05T12:14:28.711" v="28"/>
          <ac:spMkLst>
            <pc:docMk/>
            <pc:sldMk cId="1260139504" sldId="304"/>
            <ac:spMk id="8" creationId="{59EB09DC-0995-4579-BD8E-62B0A5966A4F}"/>
          </ac:spMkLst>
        </pc:spChg>
      </pc:sldChg>
      <pc:sldChg chg="addSp delSp modSp">
        <pc:chgData name="Rafaela Boletti Duraes Souto" userId="78f52f2a-2d51-4833-a638-c8c75f30638a" providerId="ADAL" clId="{08120806-4825-4CA5-BADB-3903FD4E160D}" dt="2025-05-06T16:40:47.351" v="266"/>
        <pc:sldMkLst>
          <pc:docMk/>
          <pc:sldMk cId="4250345591" sldId="322"/>
        </pc:sldMkLst>
        <pc:spChg chg="add del mod">
          <ac:chgData name="Rafaela Boletti Duraes Souto" userId="78f52f2a-2d51-4833-a638-c8c75f30638a" providerId="ADAL" clId="{08120806-4825-4CA5-BADB-3903FD4E160D}" dt="2025-05-06T16:40:47.351" v="266"/>
          <ac:spMkLst>
            <pc:docMk/>
            <pc:sldMk cId="4250345591" sldId="322"/>
            <ac:spMk id="2" creationId="{3EB53FFC-685F-4300-B5A1-2D9AA7C8EB72}"/>
          </ac:spMkLst>
        </pc:spChg>
        <pc:spChg chg="add mod">
          <ac:chgData name="Rafaela Boletti Duraes Souto" userId="78f52f2a-2d51-4833-a638-c8c75f30638a" providerId="ADAL" clId="{08120806-4825-4CA5-BADB-3903FD4E160D}" dt="2025-05-06T16:40:47.351" v="266"/>
          <ac:spMkLst>
            <pc:docMk/>
            <pc:sldMk cId="4250345591" sldId="322"/>
            <ac:spMk id="3" creationId="{E10E8DC6-4F7E-49E7-B7FF-313F6C650D28}"/>
          </ac:spMkLst>
        </pc:spChg>
        <pc:spChg chg="del">
          <ac:chgData name="Rafaela Boletti Duraes Souto" userId="78f52f2a-2d51-4833-a638-c8c75f30638a" providerId="ADAL" clId="{08120806-4825-4CA5-BADB-3903FD4E160D}" dt="2025-05-05T12:14:34.096" v="30"/>
          <ac:spMkLst>
            <pc:docMk/>
            <pc:sldMk cId="4250345591" sldId="322"/>
            <ac:spMk id="5" creationId="{11CEC448-03FF-4078-9793-DF971F9A625D}"/>
          </ac:spMkLst>
        </pc:spChg>
      </pc:sldChg>
      <pc:sldChg chg="addSp delSp modSp">
        <pc:chgData name="Rafaela Boletti Duraes Souto" userId="78f52f2a-2d51-4833-a638-c8c75f30638a" providerId="ADAL" clId="{08120806-4825-4CA5-BADB-3903FD4E160D}" dt="2025-05-06T16:40:51.984" v="267"/>
        <pc:sldMkLst>
          <pc:docMk/>
          <pc:sldMk cId="3297169908" sldId="324"/>
        </pc:sldMkLst>
        <pc:spChg chg="add mod">
          <ac:chgData name="Rafaela Boletti Duraes Souto" userId="78f52f2a-2d51-4833-a638-c8c75f30638a" providerId="ADAL" clId="{08120806-4825-4CA5-BADB-3903FD4E160D}" dt="2025-05-06T16:40:51.984" v="267"/>
          <ac:spMkLst>
            <pc:docMk/>
            <pc:sldMk cId="3297169908" sldId="324"/>
            <ac:spMk id="2" creationId="{21D21805-13EB-4C4A-8CBD-41CEE10D7986}"/>
          </ac:spMkLst>
        </pc:spChg>
        <pc:spChg chg="del">
          <ac:chgData name="Rafaela Boletti Duraes Souto" userId="78f52f2a-2d51-4833-a638-c8c75f30638a" providerId="ADAL" clId="{08120806-4825-4CA5-BADB-3903FD4E160D}" dt="2025-05-05T12:21:57.428" v="201"/>
          <ac:spMkLst>
            <pc:docMk/>
            <pc:sldMk cId="3297169908" sldId="324"/>
            <ac:spMk id="2" creationId="{4B3CD291-20B0-4E2D-BF47-5B6E156DFB41}"/>
          </ac:spMkLst>
        </pc:spChg>
        <pc:spChg chg="add del mod">
          <ac:chgData name="Rafaela Boletti Duraes Souto" userId="78f52f2a-2d51-4833-a638-c8c75f30638a" providerId="ADAL" clId="{08120806-4825-4CA5-BADB-3903FD4E160D}" dt="2025-05-06T16:40:51.984" v="267"/>
          <ac:spMkLst>
            <pc:docMk/>
            <pc:sldMk cId="3297169908" sldId="324"/>
            <ac:spMk id="3" creationId="{363C3F4C-21AE-4280-89E0-0F64D8A19B4D}"/>
          </ac:spMkLst>
        </pc:spChg>
      </pc:sldChg>
      <pc:sldChg chg="addSp delSp modSp">
        <pc:chgData name="Rafaela Boletti Duraes Souto" userId="78f52f2a-2d51-4833-a638-c8c75f30638a" providerId="ADAL" clId="{08120806-4825-4CA5-BADB-3903FD4E160D}" dt="2025-05-06T16:40:54.092" v="268"/>
        <pc:sldMkLst>
          <pc:docMk/>
          <pc:sldMk cId="2103081825" sldId="327"/>
        </pc:sldMkLst>
        <pc:spChg chg="add del mod">
          <ac:chgData name="Rafaela Boletti Duraes Souto" userId="78f52f2a-2d51-4833-a638-c8c75f30638a" providerId="ADAL" clId="{08120806-4825-4CA5-BADB-3903FD4E160D}" dt="2025-05-06T16:40:54.092" v="268"/>
          <ac:spMkLst>
            <pc:docMk/>
            <pc:sldMk cId="2103081825" sldId="327"/>
            <ac:spMk id="2" creationId="{448AA6B9-8BF6-42B4-955F-C5E6B89F4062}"/>
          </ac:spMkLst>
        </pc:spChg>
        <pc:spChg chg="del">
          <ac:chgData name="Rafaela Boletti Duraes Souto" userId="78f52f2a-2d51-4833-a638-c8c75f30638a" providerId="ADAL" clId="{08120806-4825-4CA5-BADB-3903FD4E160D}" dt="2025-05-05T12:21:59.729" v="202"/>
          <ac:spMkLst>
            <pc:docMk/>
            <pc:sldMk cId="2103081825" sldId="327"/>
            <ac:spMk id="3" creationId="{790AB614-4BEB-4B4E-9267-96EA3A25FDDA}"/>
          </ac:spMkLst>
        </pc:spChg>
        <pc:spChg chg="add mod">
          <ac:chgData name="Rafaela Boletti Duraes Souto" userId="78f52f2a-2d51-4833-a638-c8c75f30638a" providerId="ADAL" clId="{08120806-4825-4CA5-BADB-3903FD4E160D}" dt="2025-05-06T16:40:54.092" v="268"/>
          <ac:spMkLst>
            <pc:docMk/>
            <pc:sldMk cId="2103081825" sldId="327"/>
            <ac:spMk id="3" creationId="{D36C2A04-613C-4F1D-AEBB-6742608F7018}"/>
          </ac:spMkLst>
        </pc:spChg>
      </pc:sldChg>
      <pc:sldChg chg="addSp delSp modSp">
        <pc:chgData name="Rafaela Boletti Duraes Souto" userId="78f52f2a-2d51-4833-a638-c8c75f30638a" providerId="ADAL" clId="{08120806-4825-4CA5-BADB-3903FD4E160D}" dt="2025-05-06T16:40:58.417" v="270"/>
        <pc:sldMkLst>
          <pc:docMk/>
          <pc:sldMk cId="4287345769" sldId="329"/>
        </pc:sldMkLst>
        <pc:spChg chg="add mod">
          <ac:chgData name="Rafaela Boletti Duraes Souto" userId="78f52f2a-2d51-4833-a638-c8c75f30638a" providerId="ADAL" clId="{08120806-4825-4CA5-BADB-3903FD4E160D}" dt="2025-05-06T16:40:58.417" v="270"/>
          <ac:spMkLst>
            <pc:docMk/>
            <pc:sldMk cId="4287345769" sldId="329"/>
            <ac:spMk id="2" creationId="{48D887FD-3139-4636-B7E0-7A260054AD9F}"/>
          </ac:spMkLst>
        </pc:spChg>
        <pc:spChg chg="del">
          <ac:chgData name="Rafaela Boletti Duraes Souto" userId="78f52f2a-2d51-4833-a638-c8c75f30638a" providerId="ADAL" clId="{08120806-4825-4CA5-BADB-3903FD4E160D}" dt="2025-05-06T16:40:58.417" v="270"/>
          <ac:spMkLst>
            <pc:docMk/>
            <pc:sldMk cId="4287345769" sldId="329"/>
            <ac:spMk id="3" creationId="{C6A492F6-B353-4FAE-B045-D98F02D7EBE6}"/>
          </ac:spMkLst>
        </pc:spChg>
      </pc:sldChg>
      <pc:sldMasterChg chg="delSldLayout modSldLayout">
        <pc:chgData name="Rafaela Boletti Duraes Souto" userId="78f52f2a-2d51-4833-a638-c8c75f30638a" providerId="ADAL" clId="{08120806-4825-4CA5-BADB-3903FD4E160D}" dt="2025-05-06T16:38:35.208" v="263" actId="2696"/>
        <pc:sldMasterMkLst>
          <pc:docMk/>
          <pc:sldMasterMk cId="1747979782" sldId="2147483665"/>
        </pc:sldMasterMkLst>
        <pc:sldLayoutChg chg="addSp delSp modSp">
          <pc:chgData name="Rafaela Boletti Duraes Souto" userId="78f52f2a-2d51-4833-a638-c8c75f30638a" providerId="ADAL" clId="{08120806-4825-4CA5-BADB-3903FD4E160D}" dt="2025-05-05T12:44:37.183" v="219" actId="1035"/>
          <pc:sldLayoutMkLst>
            <pc:docMk/>
            <pc:sldMasterMk cId="1747979782" sldId="2147483665"/>
            <pc:sldLayoutMk cId="1087986744" sldId="2147483728"/>
          </pc:sldLayoutMkLst>
          <pc:spChg chg="del">
            <ac:chgData name="Rafaela Boletti Duraes Souto" userId="78f52f2a-2d51-4833-a638-c8c75f30638a" providerId="ADAL" clId="{08120806-4825-4CA5-BADB-3903FD4E160D}" dt="2025-05-02T12:53:55.962" v="0" actId="478"/>
            <ac:spMkLst>
              <pc:docMk/>
              <pc:sldMasterMk cId="1747979782" sldId="2147483665"/>
              <pc:sldLayoutMk cId="1087986744" sldId="2147483728"/>
              <ac:spMk id="2" creationId="{72189A0E-F081-4C4C-B5C2-CD5A4F779FC4}"/>
            </ac:spMkLst>
          </pc:spChg>
          <pc:spChg chg="add del">
            <ac:chgData name="Rafaela Boletti Duraes Souto" userId="78f52f2a-2d51-4833-a638-c8c75f30638a" providerId="ADAL" clId="{08120806-4825-4CA5-BADB-3903FD4E160D}" dt="2025-05-05T12:09:55.319" v="10" actId="478"/>
            <ac:spMkLst>
              <pc:docMk/>
              <pc:sldMasterMk cId="1747979782" sldId="2147483665"/>
              <pc:sldLayoutMk cId="1087986744" sldId="2147483728"/>
              <ac:spMk id="9" creationId="{5C971411-D4B8-4626-8153-1F247A9CD99C}"/>
            </ac:spMkLst>
          </pc:spChg>
          <pc:spChg chg="del">
            <ac:chgData name="Rafaela Boletti Duraes Souto" userId="78f52f2a-2d51-4833-a638-c8c75f30638a" providerId="ADAL" clId="{08120806-4825-4CA5-BADB-3903FD4E160D}" dt="2025-05-05T12:09:52.167" v="8" actId="478"/>
            <ac:spMkLst>
              <pc:docMk/>
              <pc:sldMasterMk cId="1747979782" sldId="2147483665"/>
              <pc:sldLayoutMk cId="1087986744" sldId="2147483728"/>
              <ac:spMk id="10" creationId="{A3E46545-5E91-4C76-87DB-86D3C5ED1CF2}"/>
            </ac:spMkLst>
          </pc:spChg>
          <pc:spChg chg="add">
            <ac:chgData name="Rafaela Boletti Duraes Souto" userId="78f52f2a-2d51-4833-a638-c8c75f30638a" providerId="ADAL" clId="{08120806-4825-4CA5-BADB-3903FD4E160D}" dt="2025-05-05T12:09:52.653" v="9"/>
            <ac:spMkLst>
              <pc:docMk/>
              <pc:sldMasterMk cId="1747979782" sldId="2147483665"/>
              <pc:sldLayoutMk cId="1087986744" sldId="2147483728"/>
              <ac:spMk id="11" creationId="{48E7F857-5448-4CCD-8569-619639D6431A}"/>
            </ac:spMkLst>
          </pc:spChg>
          <pc:graphicFrameChg chg="add del">
            <ac:chgData name="Rafaela Boletti Duraes Souto" userId="78f52f2a-2d51-4833-a638-c8c75f30638a" providerId="ADAL" clId="{08120806-4825-4CA5-BADB-3903FD4E160D}" dt="2025-05-05T12:44:19.524" v="205"/>
            <ac:graphicFrameMkLst>
              <pc:docMk/>
              <pc:sldMasterMk cId="1747979782" sldId="2147483665"/>
              <pc:sldLayoutMk cId="1087986744" sldId="2147483728"/>
              <ac:graphicFrameMk id="2" creationId="{DD598CEF-91A7-41AA-AD37-FBFB0CA5FDA2}"/>
            </ac:graphicFrameMkLst>
          </pc:graphicFrameChg>
          <pc:graphicFrameChg chg="add del mod modGraphic">
            <ac:chgData name="Rafaela Boletti Duraes Souto" userId="78f52f2a-2d51-4833-a638-c8c75f30638a" providerId="ADAL" clId="{08120806-4825-4CA5-BADB-3903FD4E160D}" dt="2025-05-05T12:44:37.183" v="219" actId="1035"/>
            <ac:graphicFrameMkLst>
              <pc:docMk/>
              <pc:sldMasterMk cId="1747979782" sldId="2147483665"/>
              <pc:sldLayoutMk cId="1087986744" sldId="2147483728"/>
              <ac:graphicFrameMk id="12" creationId="{B4A90663-2F92-4A52-96F7-CA96860E500A}"/>
            </ac:graphicFrameMkLst>
          </pc:graphicFrameChg>
        </pc:sldLayoutChg>
        <pc:sldLayoutChg chg="addSp delSp modSp">
          <pc:chgData name="Rafaela Boletti Duraes Souto" userId="78f52f2a-2d51-4833-a638-c8c75f30638a" providerId="ADAL" clId="{08120806-4825-4CA5-BADB-3903FD4E160D}" dt="2025-05-06T16:38:17.188" v="262" actId="6549"/>
          <pc:sldLayoutMkLst>
            <pc:docMk/>
            <pc:sldMasterMk cId="1747979782" sldId="2147483665"/>
            <pc:sldLayoutMk cId="3930637263" sldId="2147483730"/>
          </pc:sldLayoutMkLst>
          <pc:spChg chg="del">
            <ac:chgData name="Rafaela Boletti Duraes Souto" userId="78f52f2a-2d51-4833-a638-c8c75f30638a" providerId="ADAL" clId="{08120806-4825-4CA5-BADB-3903FD4E160D}" dt="2025-05-05T12:10:03.672" v="13" actId="478"/>
            <ac:spMkLst>
              <pc:docMk/>
              <pc:sldMasterMk cId="1747979782" sldId="2147483665"/>
              <pc:sldLayoutMk cId="3930637263" sldId="2147483730"/>
              <ac:spMk id="10" creationId="{A3E46545-5E91-4C76-87DB-86D3C5ED1CF2}"/>
            </ac:spMkLst>
          </pc:spChg>
          <pc:spChg chg="add del">
            <ac:chgData name="Rafaela Boletti Duraes Souto" userId="78f52f2a-2d51-4833-a638-c8c75f30638a" providerId="ADAL" clId="{08120806-4825-4CA5-BADB-3903FD4E160D}" dt="2025-05-05T12:10:03.672" v="13" actId="478"/>
            <ac:spMkLst>
              <pc:docMk/>
              <pc:sldMasterMk cId="1747979782" sldId="2147483665"/>
              <pc:sldLayoutMk cId="3930637263" sldId="2147483730"/>
              <ac:spMk id="11" creationId="{73102ECA-C91E-4894-B126-54F94FAC3795}"/>
            </ac:spMkLst>
          </pc:spChg>
          <pc:spChg chg="add">
            <ac:chgData name="Rafaela Boletti Duraes Souto" userId="78f52f2a-2d51-4833-a638-c8c75f30638a" providerId="ADAL" clId="{08120806-4825-4CA5-BADB-3903FD4E160D}" dt="2025-05-05T12:10:04.104" v="14"/>
            <ac:spMkLst>
              <pc:docMk/>
              <pc:sldMasterMk cId="1747979782" sldId="2147483665"/>
              <pc:sldLayoutMk cId="3930637263" sldId="2147483730"/>
              <ac:spMk id="12" creationId="{487BA6BD-F2DA-4F04-A329-BF1EEE0159A0}"/>
            </ac:spMkLst>
          </pc:spChg>
          <pc:spChg chg="del">
            <ac:chgData name="Rafaela Boletti Duraes Souto" userId="78f52f2a-2d51-4833-a638-c8c75f30638a" providerId="ADAL" clId="{08120806-4825-4CA5-BADB-3903FD4E160D}" dt="2025-05-02T12:54:02.350" v="4" actId="478"/>
            <ac:spMkLst>
              <pc:docMk/>
              <pc:sldMasterMk cId="1747979782" sldId="2147483665"/>
              <pc:sldLayoutMk cId="3930637263" sldId="2147483730"/>
              <ac:spMk id="13" creationId="{D9AF53FD-1126-438C-A9CE-568A765FE2CB}"/>
            </ac:spMkLst>
          </pc:spChg>
          <pc:spChg chg="mod">
            <ac:chgData name="Rafaela Boletti Duraes Souto" userId="78f52f2a-2d51-4833-a638-c8c75f30638a" providerId="ADAL" clId="{08120806-4825-4CA5-BADB-3903FD4E160D}" dt="2025-05-06T16:38:17.188" v="262" actId="6549"/>
            <ac:spMkLst>
              <pc:docMk/>
              <pc:sldMasterMk cId="1747979782" sldId="2147483665"/>
              <pc:sldLayoutMk cId="3930637263" sldId="2147483730"/>
              <ac:spMk id="17" creationId="{40C1AF06-63D9-405D-94ED-2270CB6C71F7}"/>
            </ac:spMkLst>
          </pc:spChg>
          <pc:graphicFrameChg chg="add">
            <ac:chgData name="Rafaela Boletti Duraes Souto" userId="78f52f2a-2d51-4833-a638-c8c75f30638a" providerId="ADAL" clId="{08120806-4825-4CA5-BADB-3903FD4E160D}" dt="2025-05-05T12:44:43.461" v="223"/>
            <ac:graphicFrameMkLst>
              <pc:docMk/>
              <pc:sldMasterMk cId="1747979782" sldId="2147483665"/>
              <pc:sldLayoutMk cId="3930637263" sldId="2147483730"/>
              <ac:graphicFrameMk id="10" creationId="{E44F08ED-3F11-4553-94B8-96DB62235C5F}"/>
            </ac:graphicFrameMkLst>
          </pc:graphicFrameChg>
          <pc:graphicFrameChg chg="add del">
            <ac:chgData name="Rafaela Boletti Duraes Souto" userId="78f52f2a-2d51-4833-a638-c8c75f30638a" providerId="ADAL" clId="{08120806-4825-4CA5-BADB-3903FD4E160D}" dt="2025-05-05T12:44:42.661" v="222" actId="478"/>
            <ac:graphicFrameMkLst>
              <pc:docMk/>
              <pc:sldMasterMk cId="1747979782" sldId="2147483665"/>
              <pc:sldLayoutMk cId="3930637263" sldId="2147483730"/>
              <ac:graphicFrameMk id="13" creationId="{5DA7F574-4771-48E5-ABD2-D64D6ECB5BD5}"/>
            </ac:graphicFrameMkLst>
          </pc:graphicFrameChg>
        </pc:sldLayoutChg>
        <pc:sldLayoutChg chg="addSp delSp modSp">
          <pc:chgData name="Rafaela Boletti Duraes Souto" userId="78f52f2a-2d51-4833-a638-c8c75f30638a" providerId="ADAL" clId="{08120806-4825-4CA5-BADB-3903FD4E160D}" dt="2025-05-05T12:21:26.835" v="195" actId="14100"/>
          <pc:sldLayoutMkLst>
            <pc:docMk/>
            <pc:sldMasterMk cId="1747979782" sldId="2147483665"/>
            <pc:sldLayoutMk cId="83172324" sldId="2147483731"/>
          </pc:sldLayoutMkLst>
          <pc:spChg chg="add mod">
            <ac:chgData name="Rafaela Boletti Duraes Souto" userId="78f52f2a-2d51-4833-a638-c8c75f30638a" providerId="ADAL" clId="{08120806-4825-4CA5-BADB-3903FD4E160D}" dt="2025-05-05T12:21:26.835" v="195" actId="14100"/>
            <ac:spMkLst>
              <pc:docMk/>
              <pc:sldMasterMk cId="1747979782" sldId="2147483665"/>
              <pc:sldLayoutMk cId="83172324" sldId="2147483731"/>
              <ac:spMk id="11" creationId="{4DDAA29E-80DC-4FA9-8CA9-0B794204646F}"/>
            </ac:spMkLst>
          </pc:spChg>
          <pc:spChg chg="mod">
            <ac:chgData name="Rafaela Boletti Duraes Souto" userId="78f52f2a-2d51-4833-a638-c8c75f30638a" providerId="ADAL" clId="{08120806-4825-4CA5-BADB-3903FD4E160D}" dt="2025-05-05T12:20:01.792" v="125" actId="14100"/>
            <ac:spMkLst>
              <pc:docMk/>
              <pc:sldMasterMk cId="1747979782" sldId="2147483665"/>
              <pc:sldLayoutMk cId="83172324" sldId="2147483731"/>
              <ac:spMk id="17" creationId="{40C1AF06-63D9-405D-94ED-2270CB6C71F7}"/>
            </ac:spMkLst>
          </pc:spChg>
          <pc:cxnChg chg="add del mod">
            <ac:chgData name="Rafaela Boletti Duraes Souto" userId="78f52f2a-2d51-4833-a638-c8c75f30638a" providerId="ADAL" clId="{08120806-4825-4CA5-BADB-3903FD4E160D}" dt="2025-05-05T12:20:48.322" v="149" actId="478"/>
            <ac:cxnSpMkLst>
              <pc:docMk/>
              <pc:sldMasterMk cId="1747979782" sldId="2147483665"/>
              <pc:sldLayoutMk cId="83172324" sldId="2147483731"/>
              <ac:cxnSpMk id="6" creationId="{E0726F81-F09F-4736-B085-FB6A9CC7524F}"/>
            </ac:cxnSpMkLst>
          </pc:cxnChg>
          <pc:cxnChg chg="add mod">
            <ac:chgData name="Rafaela Boletti Duraes Souto" userId="78f52f2a-2d51-4833-a638-c8c75f30638a" providerId="ADAL" clId="{08120806-4825-4CA5-BADB-3903FD4E160D}" dt="2025-05-05T12:20:53.631" v="159" actId="1038"/>
            <ac:cxnSpMkLst>
              <pc:docMk/>
              <pc:sldMasterMk cId="1747979782" sldId="2147483665"/>
              <pc:sldLayoutMk cId="83172324" sldId="2147483731"/>
              <ac:cxnSpMk id="12" creationId="{81EA03A3-A518-40FE-82AE-76B14F55C35D}"/>
            </ac:cxnSpMkLst>
          </pc:cxnChg>
        </pc:sldLayoutChg>
        <pc:sldLayoutChg chg="addSp delSp modSp">
          <pc:chgData name="Rafaela Boletti Duraes Souto" userId="78f52f2a-2d51-4833-a638-c8c75f30638a" providerId="ADAL" clId="{08120806-4825-4CA5-BADB-3903FD4E160D}" dt="2025-05-05T12:12:46.628" v="27" actId="478"/>
          <pc:sldLayoutMkLst>
            <pc:docMk/>
            <pc:sldMasterMk cId="1747979782" sldId="2147483665"/>
            <pc:sldLayoutMk cId="3757287322" sldId="2147483733"/>
          </pc:sldLayoutMkLst>
          <pc:spChg chg="mod">
            <ac:chgData name="Rafaela Boletti Duraes Souto" userId="78f52f2a-2d51-4833-a638-c8c75f30638a" providerId="ADAL" clId="{08120806-4825-4CA5-BADB-3903FD4E160D}" dt="2025-05-05T12:12:43.853" v="26" actId="1076"/>
            <ac:spMkLst>
              <pc:docMk/>
              <pc:sldMasterMk cId="1747979782" sldId="2147483665"/>
              <pc:sldLayoutMk cId="3757287322" sldId="2147483733"/>
              <ac:spMk id="2" creationId="{CBEB5FCD-F8C8-48E4-837D-EDBCE0231D10}"/>
            </ac:spMkLst>
          </pc:spChg>
          <pc:spChg chg="add del mod">
            <ac:chgData name="Rafaela Boletti Duraes Souto" userId="78f52f2a-2d51-4833-a638-c8c75f30638a" providerId="ADAL" clId="{08120806-4825-4CA5-BADB-3903FD4E160D}" dt="2025-05-05T12:12:46.628" v="27" actId="478"/>
            <ac:spMkLst>
              <pc:docMk/>
              <pc:sldMasterMk cId="1747979782" sldId="2147483665"/>
              <pc:sldLayoutMk cId="3757287322" sldId="2147483733"/>
              <ac:spMk id="7" creationId="{3F6B8FEC-04C5-4441-AF7C-453DBF909554}"/>
            </ac:spMkLst>
          </pc:spChg>
        </pc:sldLayoutChg>
        <pc:sldLayoutChg chg="addSp delSp modSp">
          <pc:chgData name="Rafaela Boletti Duraes Souto" userId="78f52f2a-2d51-4833-a638-c8c75f30638a" providerId="ADAL" clId="{08120806-4825-4CA5-BADB-3903FD4E160D}" dt="2025-05-05T12:21:48.763" v="200" actId="20577"/>
          <pc:sldLayoutMkLst>
            <pc:docMk/>
            <pc:sldMasterMk cId="1747979782" sldId="2147483665"/>
            <pc:sldLayoutMk cId="955198520" sldId="2147483736"/>
          </pc:sldLayoutMkLst>
          <pc:spChg chg="add">
            <ac:chgData name="Rafaela Boletti Duraes Souto" userId="78f52f2a-2d51-4833-a638-c8c75f30638a" providerId="ADAL" clId="{08120806-4825-4CA5-BADB-3903FD4E160D}" dt="2025-05-05T12:21:46.443" v="198"/>
            <ac:spMkLst>
              <pc:docMk/>
              <pc:sldMasterMk cId="1747979782" sldId="2147483665"/>
              <pc:sldLayoutMk cId="955198520" sldId="2147483736"/>
              <ac:spMk id="11" creationId="{A7302539-6AFF-4D13-B53D-029A813BF6D4}"/>
            </ac:spMkLst>
          </pc:spChg>
          <pc:spChg chg="add mod">
            <ac:chgData name="Rafaela Boletti Duraes Souto" userId="78f52f2a-2d51-4833-a638-c8c75f30638a" providerId="ADAL" clId="{08120806-4825-4CA5-BADB-3903FD4E160D}" dt="2025-05-05T12:21:48.763" v="200" actId="20577"/>
            <ac:spMkLst>
              <pc:docMk/>
              <pc:sldMasterMk cId="1747979782" sldId="2147483665"/>
              <pc:sldLayoutMk cId="955198520" sldId="2147483736"/>
              <ac:spMk id="12" creationId="{5BB95900-A88A-4501-998C-5A3CD6C28CA3}"/>
            </ac:spMkLst>
          </pc:spChg>
          <pc:spChg chg="del">
            <ac:chgData name="Rafaela Boletti Duraes Souto" userId="78f52f2a-2d51-4833-a638-c8c75f30638a" providerId="ADAL" clId="{08120806-4825-4CA5-BADB-3903FD4E160D}" dt="2025-05-05T12:21:45.572" v="197" actId="478"/>
            <ac:spMkLst>
              <pc:docMk/>
              <pc:sldMasterMk cId="1747979782" sldId="2147483665"/>
              <pc:sldLayoutMk cId="955198520" sldId="2147483736"/>
              <ac:spMk id="17" creationId="{40C1AF06-63D9-405D-94ED-2270CB6C71F7}"/>
            </ac:spMkLst>
          </pc:spChg>
          <pc:cxnChg chg="add del">
            <ac:chgData name="Rafaela Boletti Duraes Souto" userId="78f52f2a-2d51-4833-a638-c8c75f30638a" providerId="ADAL" clId="{08120806-4825-4CA5-BADB-3903FD4E160D}" dt="2025-05-05T12:21:44.469" v="196" actId="478"/>
            <ac:cxnSpMkLst>
              <pc:docMk/>
              <pc:sldMasterMk cId="1747979782" sldId="2147483665"/>
              <pc:sldLayoutMk cId="955198520" sldId="2147483736"/>
              <ac:cxnSpMk id="9" creationId="{30B9B339-4A33-4173-91A2-A85E2FF39DA6}"/>
            </ac:cxnSpMkLst>
          </pc:cxnChg>
          <pc:cxnChg chg="add">
            <ac:chgData name="Rafaela Boletti Duraes Souto" userId="78f52f2a-2d51-4833-a638-c8c75f30638a" providerId="ADAL" clId="{08120806-4825-4CA5-BADB-3903FD4E160D}" dt="2025-05-05T12:21:46.443" v="198"/>
            <ac:cxnSpMkLst>
              <pc:docMk/>
              <pc:sldMasterMk cId="1747979782" sldId="2147483665"/>
              <pc:sldLayoutMk cId="955198520" sldId="2147483736"/>
              <ac:cxnSpMk id="13" creationId="{0021C97F-BFBD-483A-B0CF-0BB3A58BBEDC}"/>
            </ac:cxnSpMkLst>
          </pc:cxnChg>
        </pc:sldLayoutChg>
      </pc:sldMasterChg>
    </pc:docChg>
  </pc:docChgLst>
  <pc:docChgLst>
    <pc:chgData name="Rafaela Boletti Duraes Souto" userId="78f52f2a-2d51-4833-a638-c8c75f30638a" providerId="ADAL" clId="{3874607B-6949-4EEE-8563-0A6A39571738}"/>
    <pc:docChg chg="undo custSel addSld delSld modSld modMainMaster modSection">
      <pc:chgData name="Rafaela Boletti Duraes Souto" userId="78f52f2a-2d51-4833-a638-c8c75f30638a" providerId="ADAL" clId="{3874607B-6949-4EEE-8563-0A6A39571738}" dt="2025-07-11T19:56:41.868" v="316" actId="2696"/>
      <pc:docMkLst>
        <pc:docMk/>
      </pc:docMkLst>
      <pc:sldChg chg="del">
        <pc:chgData name="Rafaela Boletti Duraes Souto" userId="78f52f2a-2d51-4833-a638-c8c75f30638a" providerId="ADAL" clId="{3874607B-6949-4EEE-8563-0A6A39571738}" dt="2025-07-11T19:53:45.137" v="235" actId="2696"/>
        <pc:sldMkLst>
          <pc:docMk/>
          <pc:sldMk cId="906182785" sldId="328"/>
        </pc:sldMkLst>
      </pc:sldChg>
      <pc:sldChg chg="addSp delSp modSp add delCm">
        <pc:chgData name="Rafaela Boletti Duraes Souto" userId="78f52f2a-2d51-4833-a638-c8c75f30638a" providerId="ADAL" clId="{3874607B-6949-4EEE-8563-0A6A39571738}" dt="2025-07-11T19:56:30.867" v="315"/>
        <pc:sldMkLst>
          <pc:docMk/>
          <pc:sldMk cId="2962113573" sldId="330"/>
        </pc:sldMkLst>
        <pc:spChg chg="del">
          <ac:chgData name="Rafaela Boletti Duraes Souto" userId="78f52f2a-2d51-4833-a638-c8c75f30638a" providerId="ADAL" clId="{3874607B-6949-4EEE-8563-0A6A39571738}" dt="2025-07-11T19:11:41.133" v="141"/>
          <ac:spMkLst>
            <pc:docMk/>
            <pc:sldMk cId="2962113573" sldId="330"/>
            <ac:spMk id="2" creationId="{2F399AC2-A384-475A-A9DD-8AFF4CE6387A}"/>
          </ac:spMkLst>
        </pc:spChg>
        <pc:spChg chg="add del mod">
          <ac:chgData name="Rafaela Boletti Duraes Souto" userId="78f52f2a-2d51-4833-a638-c8c75f30638a" providerId="ADAL" clId="{3874607B-6949-4EEE-8563-0A6A39571738}" dt="2025-07-11T19:19:57.796" v="234"/>
          <ac:spMkLst>
            <pc:docMk/>
            <pc:sldMk cId="2962113573" sldId="330"/>
            <ac:spMk id="3" creationId="{ECF723AD-DC43-407E-A092-C3B40E551582}"/>
          </ac:spMkLst>
        </pc:spChg>
        <pc:spChg chg="add del mod">
          <ac:chgData name="Rafaela Boletti Duraes Souto" userId="78f52f2a-2d51-4833-a638-c8c75f30638a" providerId="ADAL" clId="{3874607B-6949-4EEE-8563-0A6A39571738}" dt="2025-07-11T19:56:30.867" v="315"/>
          <ac:spMkLst>
            <pc:docMk/>
            <pc:sldMk cId="2962113573" sldId="330"/>
            <ac:spMk id="6" creationId="{AD3EAF07-74EB-4513-B90E-59B30D0C4B23}"/>
          </ac:spMkLst>
        </pc:spChg>
        <pc:spChg chg="add mod">
          <ac:chgData name="Rafaela Boletti Duraes Souto" userId="78f52f2a-2d51-4833-a638-c8c75f30638a" providerId="ADAL" clId="{3874607B-6949-4EEE-8563-0A6A39571738}" dt="2025-07-11T19:56:30.867" v="315"/>
          <ac:spMkLst>
            <pc:docMk/>
            <pc:sldMk cId="2962113573" sldId="330"/>
            <ac:spMk id="7" creationId="{AA058573-9696-4FB8-9FC0-84CDD82B3736}"/>
          </ac:spMkLst>
        </pc:spChg>
        <pc:picChg chg="add del mod">
          <ac:chgData name="Rafaela Boletti Duraes Souto" userId="78f52f2a-2d51-4833-a638-c8c75f30638a" providerId="ADAL" clId="{3874607B-6949-4EEE-8563-0A6A39571738}" dt="2025-07-11T19:18:23.703" v="199" actId="931"/>
          <ac:picMkLst>
            <pc:docMk/>
            <pc:sldMk cId="2962113573" sldId="330"/>
            <ac:picMk id="5" creationId="{64283B8D-91C3-47B0-9179-F35623862980}"/>
          </ac:picMkLst>
        </pc:picChg>
      </pc:sldChg>
      <pc:sldChg chg="addSp delSp modSp add del">
        <pc:chgData name="Rafaela Boletti Duraes Souto" userId="78f52f2a-2d51-4833-a638-c8c75f30638a" providerId="ADAL" clId="{3874607B-6949-4EEE-8563-0A6A39571738}" dt="2025-07-11T19:18:10.551" v="197" actId="2696"/>
        <pc:sldMkLst>
          <pc:docMk/>
          <pc:sldMk cId="414730478" sldId="331"/>
        </pc:sldMkLst>
        <pc:spChg chg="del">
          <ac:chgData name="Rafaela Boletti Duraes Souto" userId="78f52f2a-2d51-4833-a638-c8c75f30638a" providerId="ADAL" clId="{3874607B-6949-4EEE-8563-0A6A39571738}" dt="2025-07-11T19:13:50.821" v="156"/>
          <ac:spMkLst>
            <pc:docMk/>
            <pc:sldMk cId="414730478" sldId="331"/>
            <ac:spMk id="2" creationId="{37556B14-F94E-441A-9514-4F0E92EAA60B}"/>
          </ac:spMkLst>
        </pc:spChg>
        <pc:spChg chg="add del mod">
          <ac:chgData name="Rafaela Boletti Duraes Souto" userId="78f52f2a-2d51-4833-a638-c8c75f30638a" providerId="ADAL" clId="{3874607B-6949-4EEE-8563-0A6A39571738}" dt="2025-07-11T19:14:44.364" v="159"/>
          <ac:spMkLst>
            <pc:docMk/>
            <pc:sldMk cId="414730478" sldId="331"/>
            <ac:spMk id="3" creationId="{52C03BDD-8740-4CA6-98CC-91807006420E}"/>
          </ac:spMkLst>
        </pc:spChg>
        <pc:spChg chg="add del mod">
          <ac:chgData name="Rafaela Boletti Duraes Souto" userId="78f52f2a-2d51-4833-a638-c8c75f30638a" providerId="ADAL" clId="{3874607B-6949-4EEE-8563-0A6A39571738}" dt="2025-07-11T19:17:10.911" v="194"/>
          <ac:spMkLst>
            <pc:docMk/>
            <pc:sldMk cId="414730478" sldId="331"/>
            <ac:spMk id="4" creationId="{ED966D5A-7B6D-48D8-B6C8-9A844A13CF7A}"/>
          </ac:spMkLst>
        </pc:spChg>
        <pc:spChg chg="add mod">
          <ac:chgData name="Rafaela Boletti Duraes Souto" userId="78f52f2a-2d51-4833-a638-c8c75f30638a" providerId="ADAL" clId="{3874607B-6949-4EEE-8563-0A6A39571738}" dt="2025-07-11T19:17:10.911" v="194"/>
          <ac:spMkLst>
            <pc:docMk/>
            <pc:sldMk cId="414730478" sldId="331"/>
            <ac:spMk id="5" creationId="{10B89F73-261B-4DD0-8C6E-5EA9BDD45E9B}"/>
          </ac:spMkLst>
        </pc:spChg>
        <pc:spChg chg="add mod">
          <ac:chgData name="Rafaela Boletti Duraes Souto" userId="78f52f2a-2d51-4833-a638-c8c75f30638a" providerId="ADAL" clId="{3874607B-6949-4EEE-8563-0A6A39571738}" dt="2025-07-11T19:17:10.911" v="194"/>
          <ac:spMkLst>
            <pc:docMk/>
            <pc:sldMk cId="414730478" sldId="331"/>
            <ac:spMk id="6" creationId="{CA37B7FC-DD59-48B6-A2DD-E9A0F66556A5}"/>
          </ac:spMkLst>
        </pc:spChg>
        <pc:spChg chg="add del mod">
          <ac:chgData name="Rafaela Boletti Duraes Souto" userId="78f52f2a-2d51-4833-a638-c8c75f30638a" providerId="ADAL" clId="{3874607B-6949-4EEE-8563-0A6A39571738}" dt="2025-07-11T19:18:04.255" v="195" actId="931"/>
          <ac:spMkLst>
            <pc:docMk/>
            <pc:sldMk cId="414730478" sldId="331"/>
            <ac:spMk id="7" creationId="{B221FE94-A368-4D51-89AF-F0F1EBE7F8BC}"/>
          </ac:spMkLst>
        </pc:spChg>
        <pc:picChg chg="add mod">
          <ac:chgData name="Rafaela Boletti Duraes Souto" userId="78f52f2a-2d51-4833-a638-c8c75f30638a" providerId="ADAL" clId="{3874607B-6949-4EEE-8563-0A6A39571738}" dt="2025-07-11T19:18:06.445" v="196" actId="1076"/>
          <ac:picMkLst>
            <pc:docMk/>
            <pc:sldMk cId="414730478" sldId="331"/>
            <ac:picMk id="9" creationId="{79486E50-8EFB-4457-9B95-A2CB1690D82F}"/>
          </ac:picMkLst>
        </pc:picChg>
      </pc:sldChg>
      <pc:sldMasterChg chg="addSldLayout delSldLayout modSldLayout">
        <pc:chgData name="Rafaela Boletti Duraes Souto" userId="78f52f2a-2d51-4833-a638-c8c75f30638a" providerId="ADAL" clId="{3874607B-6949-4EEE-8563-0A6A39571738}" dt="2025-07-11T19:56:41.868" v="316" actId="2696"/>
        <pc:sldMasterMkLst>
          <pc:docMk/>
          <pc:sldMasterMk cId="1747979782" sldId="2147483665"/>
        </pc:sldMasterMkLst>
        <pc:sldLayoutChg chg="addSp delSp modSp del">
          <pc:chgData name="Rafaela Boletti Duraes Souto" userId="78f52f2a-2d51-4833-a638-c8c75f30638a" providerId="ADAL" clId="{3874607B-6949-4EEE-8563-0A6A39571738}" dt="2025-07-11T19:56:41.868" v="316" actId="2696"/>
          <pc:sldLayoutMkLst>
            <pc:docMk/>
            <pc:sldMasterMk cId="1747979782" sldId="2147483665"/>
            <pc:sldLayoutMk cId="4175010061" sldId="2147483737"/>
          </pc:sldLayoutMkLst>
          <pc:spChg chg="add del">
            <ac:chgData name="Rafaela Boletti Duraes Souto" userId="78f52f2a-2d51-4833-a638-c8c75f30638a" providerId="ADAL" clId="{3874607B-6949-4EEE-8563-0A6A39571738}" dt="2025-07-11T19:09:08.943" v="62" actId="11529"/>
            <ac:spMkLst>
              <pc:docMk/>
              <pc:sldMasterMk cId="1747979782" sldId="2147483665"/>
              <pc:sldLayoutMk cId="4175010061" sldId="2147483737"/>
              <ac:spMk id="2" creationId="{6D8B9A7E-73F2-47EC-96CD-58E2AC7927FE}"/>
            </ac:spMkLst>
          </pc:spChg>
          <pc:spChg chg="add mod ord">
            <ac:chgData name="Rafaela Boletti Duraes Souto" userId="78f52f2a-2d51-4833-a638-c8c75f30638a" providerId="ADAL" clId="{3874607B-6949-4EEE-8563-0A6A39571738}" dt="2025-07-11T19:19:05.078" v="201" actId="20577"/>
            <ac:spMkLst>
              <pc:docMk/>
              <pc:sldMasterMk cId="1747979782" sldId="2147483665"/>
              <pc:sldLayoutMk cId="4175010061" sldId="2147483737"/>
              <ac:spMk id="6" creationId="{628EEB00-3038-4458-AA75-7CB060D7C942}"/>
            </ac:spMkLst>
          </pc:spChg>
          <pc:spChg chg="add del">
            <ac:chgData name="Rafaela Boletti Duraes Souto" userId="78f52f2a-2d51-4833-a638-c8c75f30638a" providerId="ADAL" clId="{3874607B-6949-4EEE-8563-0A6A39571738}" dt="2025-07-11T19:08:33.790" v="60"/>
            <ac:spMkLst>
              <pc:docMk/>
              <pc:sldMasterMk cId="1747979782" sldId="2147483665"/>
              <pc:sldLayoutMk cId="4175010061" sldId="2147483737"/>
              <ac:spMk id="10" creationId="{4DFA4BB1-B2A9-46C9-8C9A-1E7792E41886}"/>
            </ac:spMkLst>
          </pc:spChg>
          <pc:spChg chg="add del">
            <ac:chgData name="Rafaela Boletti Duraes Souto" userId="78f52f2a-2d51-4833-a638-c8c75f30638a" providerId="ADAL" clId="{3874607B-6949-4EEE-8563-0A6A39571738}" dt="2025-07-11T19:11:26.952" v="139" actId="478"/>
            <ac:spMkLst>
              <pc:docMk/>
              <pc:sldMasterMk cId="1747979782" sldId="2147483665"/>
              <pc:sldLayoutMk cId="4175010061" sldId="2147483737"/>
              <ac:spMk id="11" creationId="{22E2E2B7-02B9-4DB9-BB85-10880F914704}"/>
            </ac:spMkLst>
          </pc:spChg>
          <pc:graphicFrameChg chg="mod modGraphic">
            <ac:chgData name="Rafaela Boletti Duraes Souto" userId="78f52f2a-2d51-4833-a638-c8c75f30638a" providerId="ADAL" clId="{3874607B-6949-4EEE-8563-0A6A39571738}" dt="2025-07-11T19:19:14.816" v="230" actId="6549"/>
            <ac:graphicFrameMkLst>
              <pc:docMk/>
              <pc:sldMasterMk cId="1747979782" sldId="2147483665"/>
              <pc:sldLayoutMk cId="4175010061" sldId="2147483737"/>
              <ac:graphicFrameMk id="9" creationId="{0DDD8283-02F4-4045-9B4D-1A191A056592}"/>
            </ac:graphicFrameMkLst>
          </pc:graphicFrameChg>
        </pc:sldLayoutChg>
        <pc:sldLayoutChg chg="addSp delSp modSp add del">
          <pc:chgData name="Rafaela Boletti Duraes Souto" userId="78f52f2a-2d51-4833-a638-c8c75f30638a" providerId="ADAL" clId="{3874607B-6949-4EEE-8563-0A6A39571738}" dt="2025-07-11T19:19:33.056" v="233" actId="2696"/>
          <pc:sldLayoutMkLst>
            <pc:docMk/>
            <pc:sldMasterMk cId="1747979782" sldId="2147483665"/>
            <pc:sldLayoutMk cId="2720858185" sldId="2147483739"/>
          </pc:sldLayoutMkLst>
          <pc:spChg chg="del">
            <ac:chgData name="Rafaela Boletti Duraes Souto" userId="78f52f2a-2d51-4833-a638-c8c75f30638a" providerId="ADAL" clId="{3874607B-6949-4EEE-8563-0A6A39571738}" dt="2025-07-11T19:12:50.960" v="145" actId="478"/>
            <ac:spMkLst>
              <pc:docMk/>
              <pc:sldMasterMk cId="1747979782" sldId="2147483665"/>
              <pc:sldLayoutMk cId="2720858185" sldId="2147483739"/>
              <ac:spMk id="2" creationId="{4E1FDD18-27EA-4377-8A54-5A769DF6F301}"/>
            </ac:spMkLst>
          </pc:spChg>
          <pc:spChg chg="add del">
            <ac:chgData name="Rafaela Boletti Duraes Souto" userId="78f52f2a-2d51-4833-a638-c8c75f30638a" providerId="ADAL" clId="{3874607B-6949-4EEE-8563-0A6A39571738}" dt="2025-07-11T19:12:54.839" v="146" actId="11529"/>
            <ac:spMkLst>
              <pc:docMk/>
              <pc:sldMasterMk cId="1747979782" sldId="2147483665"/>
              <pc:sldLayoutMk cId="2720858185" sldId="2147483739"/>
              <ac:spMk id="3" creationId="{827C35A6-4F72-4E70-8576-EEC6D0532719}"/>
            </ac:spMkLst>
          </pc:spChg>
          <pc:spChg chg="add del mod">
            <ac:chgData name="Rafaela Boletti Duraes Souto" userId="78f52f2a-2d51-4833-a638-c8c75f30638a" providerId="ADAL" clId="{3874607B-6949-4EEE-8563-0A6A39571738}" dt="2025-07-11T19:13:26.058" v="149" actId="478"/>
            <ac:spMkLst>
              <pc:docMk/>
              <pc:sldMasterMk cId="1747979782" sldId="2147483665"/>
              <pc:sldLayoutMk cId="2720858185" sldId="2147483739"/>
              <ac:spMk id="4" creationId="{D61EE234-2CF2-4B9D-9FB7-9221E4AE97DA}"/>
            </ac:spMkLst>
          </pc:spChg>
          <pc:spChg chg="add del mod">
            <ac:chgData name="Rafaela Boletti Duraes Souto" userId="78f52f2a-2d51-4833-a638-c8c75f30638a" providerId="ADAL" clId="{3874607B-6949-4EEE-8563-0A6A39571738}" dt="2025-07-11T19:13:16.172" v="148"/>
            <ac:spMkLst>
              <pc:docMk/>
              <pc:sldMasterMk cId="1747979782" sldId="2147483665"/>
              <pc:sldLayoutMk cId="2720858185" sldId="2147483739"/>
              <ac:spMk id="5" creationId="{B2E53B1A-EE0C-4363-AE09-561C383C1F2A}"/>
            </ac:spMkLst>
          </pc:spChg>
          <pc:spChg chg="add del">
            <ac:chgData name="Rafaela Boletti Duraes Souto" userId="78f52f2a-2d51-4833-a638-c8c75f30638a" providerId="ADAL" clId="{3874607B-6949-4EEE-8563-0A6A39571738}" dt="2025-07-11T19:13:31.923" v="150" actId="11529"/>
            <ac:spMkLst>
              <pc:docMk/>
              <pc:sldMasterMk cId="1747979782" sldId="2147483665"/>
              <pc:sldLayoutMk cId="2720858185" sldId="2147483739"/>
              <ac:spMk id="6" creationId="{1D03CE94-460B-4EE5-BF85-EC275D7FD17B}"/>
            </ac:spMkLst>
          </pc:spChg>
          <pc:spChg chg="add del mod">
            <ac:chgData name="Rafaela Boletti Duraes Souto" userId="78f52f2a-2d51-4833-a638-c8c75f30638a" providerId="ADAL" clId="{3874607B-6949-4EEE-8563-0A6A39571738}" dt="2025-07-11T19:14:20.524" v="157" actId="478"/>
            <ac:spMkLst>
              <pc:docMk/>
              <pc:sldMasterMk cId="1747979782" sldId="2147483665"/>
              <pc:sldLayoutMk cId="2720858185" sldId="2147483739"/>
              <ac:spMk id="7" creationId="{0AC556D4-FEC6-4B70-9023-9BC5ED317ED3}"/>
            </ac:spMkLst>
          </pc:spChg>
          <pc:spChg chg="add mod">
            <ac:chgData name="Rafaela Boletti Duraes Souto" userId="78f52f2a-2d51-4833-a638-c8c75f30638a" providerId="ADAL" clId="{3874607B-6949-4EEE-8563-0A6A39571738}" dt="2025-07-11T19:16:42.441" v="180" actId="1076"/>
            <ac:spMkLst>
              <pc:docMk/>
              <pc:sldMasterMk cId="1747979782" sldId="2147483665"/>
              <pc:sldLayoutMk cId="2720858185" sldId="2147483739"/>
              <ac:spMk id="8" creationId="{3481A30B-4328-4EE5-A78B-633DE77A05FA}"/>
            </ac:spMkLst>
          </pc:spChg>
          <pc:spChg chg="add del">
            <ac:chgData name="Rafaela Boletti Duraes Souto" userId="78f52f2a-2d51-4833-a638-c8c75f30638a" providerId="ADAL" clId="{3874607B-6949-4EEE-8563-0A6A39571738}" dt="2025-07-11T19:15:21.780" v="160" actId="11529"/>
            <ac:spMkLst>
              <pc:docMk/>
              <pc:sldMasterMk cId="1747979782" sldId="2147483665"/>
              <pc:sldLayoutMk cId="2720858185" sldId="2147483739"/>
              <ac:spMk id="9" creationId="{67D1E50B-9C43-4BE8-962D-4E318B97152B}"/>
            </ac:spMkLst>
          </pc:spChg>
          <pc:spChg chg="add del mod">
            <ac:chgData name="Rafaela Boletti Duraes Souto" userId="78f52f2a-2d51-4833-a638-c8c75f30638a" providerId="ADAL" clId="{3874607B-6949-4EEE-8563-0A6A39571738}" dt="2025-07-11T19:15:33.161" v="161" actId="478"/>
            <ac:spMkLst>
              <pc:docMk/>
              <pc:sldMasterMk cId="1747979782" sldId="2147483665"/>
              <pc:sldLayoutMk cId="2720858185" sldId="2147483739"/>
              <ac:spMk id="10" creationId="{F6BD8AAD-6076-4B0C-B8FB-B7C20E809B36}"/>
            </ac:spMkLst>
          </pc:spChg>
          <pc:spChg chg="add del">
            <ac:chgData name="Rafaela Boletti Duraes Souto" userId="78f52f2a-2d51-4833-a638-c8c75f30638a" providerId="ADAL" clId="{3874607B-6949-4EEE-8563-0A6A39571738}" dt="2025-07-11T19:15:47.511" v="163" actId="11529"/>
            <ac:spMkLst>
              <pc:docMk/>
              <pc:sldMasterMk cId="1747979782" sldId="2147483665"/>
              <pc:sldLayoutMk cId="2720858185" sldId="2147483739"/>
              <ac:spMk id="11" creationId="{BF648E11-ACC4-4E2F-97A1-20AEBD997B51}"/>
            </ac:spMkLst>
          </pc:spChg>
          <pc:spChg chg="add mod">
            <ac:chgData name="Rafaela Boletti Duraes Souto" userId="78f52f2a-2d51-4833-a638-c8c75f30638a" providerId="ADAL" clId="{3874607B-6949-4EEE-8563-0A6A39571738}" dt="2025-07-11T19:16:04.513" v="179" actId="20577"/>
            <ac:spMkLst>
              <pc:docMk/>
              <pc:sldMasterMk cId="1747979782" sldId="2147483665"/>
              <pc:sldLayoutMk cId="2720858185" sldId="2147483739"/>
              <ac:spMk id="12" creationId="{F1BABADF-32B6-419C-947C-2373D0B2CCDA}"/>
            </ac:spMkLst>
          </pc:spChg>
          <pc:spChg chg="add del">
            <ac:chgData name="Rafaela Boletti Duraes Souto" userId="78f52f2a-2d51-4833-a638-c8c75f30638a" providerId="ADAL" clId="{3874607B-6949-4EEE-8563-0A6A39571738}" dt="2025-07-11T19:16:57.085" v="181" actId="11529"/>
            <ac:spMkLst>
              <pc:docMk/>
              <pc:sldMasterMk cId="1747979782" sldId="2147483665"/>
              <pc:sldLayoutMk cId="2720858185" sldId="2147483739"/>
              <ac:spMk id="13" creationId="{76581A44-BF28-4853-8677-556A6FCC9B23}"/>
            </ac:spMkLst>
          </pc:spChg>
          <pc:spChg chg="add mod">
            <ac:chgData name="Rafaela Boletti Duraes Souto" userId="78f52f2a-2d51-4833-a638-c8c75f30638a" providerId="ADAL" clId="{3874607B-6949-4EEE-8563-0A6A39571738}" dt="2025-07-11T19:17:03.866" v="193" actId="20577"/>
            <ac:spMkLst>
              <pc:docMk/>
              <pc:sldMasterMk cId="1747979782" sldId="2147483665"/>
              <pc:sldLayoutMk cId="2720858185" sldId="2147483739"/>
              <ac:spMk id="14" creationId="{B4D6902D-8F90-479D-90B6-F773A72332E7}"/>
            </ac:spMkLst>
          </pc:spChg>
        </pc:sldLayoutChg>
        <pc:sldLayoutChg chg="addSp delSp modSp">
          <pc:chgData name="Rafaela Boletti Duraes Souto" userId="78f52f2a-2d51-4833-a638-c8c75f30638a" providerId="ADAL" clId="{3874607B-6949-4EEE-8563-0A6A39571738}" dt="2025-07-11T19:56:16.883" v="314" actId="20577"/>
          <pc:sldLayoutMkLst>
            <pc:docMk/>
            <pc:sldMasterMk cId="1747979782" sldId="2147483665"/>
            <pc:sldLayoutMk cId="4101406071" sldId="2147483739"/>
          </pc:sldLayoutMkLst>
          <pc:spChg chg="add del">
            <ac:chgData name="Rafaela Boletti Duraes Souto" userId="78f52f2a-2d51-4833-a638-c8c75f30638a" providerId="ADAL" clId="{3874607B-6949-4EEE-8563-0A6A39571738}" dt="2025-07-11T19:55:45.958" v="273" actId="478"/>
            <ac:spMkLst>
              <pc:docMk/>
              <pc:sldMasterMk cId="1747979782" sldId="2147483665"/>
              <pc:sldLayoutMk cId="4101406071" sldId="2147483739"/>
              <ac:spMk id="6" creationId="{628EEB00-3038-4458-AA75-7CB060D7C942}"/>
            </ac:spMkLst>
          </pc:spChg>
          <pc:spChg chg="add del">
            <ac:chgData name="Rafaela Boletti Duraes Souto" userId="78f52f2a-2d51-4833-a638-c8c75f30638a" providerId="ADAL" clId="{3874607B-6949-4EEE-8563-0A6A39571738}" dt="2025-07-11T19:55:15.988" v="238"/>
            <ac:spMkLst>
              <pc:docMk/>
              <pc:sldMasterMk cId="1747979782" sldId="2147483665"/>
              <pc:sldLayoutMk cId="4101406071" sldId="2147483739"/>
              <ac:spMk id="10" creationId="{AD7E137D-29A3-497D-BBAA-6D34F7E69D80}"/>
            </ac:spMkLst>
          </pc:spChg>
          <pc:spChg chg="add mod ord">
            <ac:chgData name="Rafaela Boletti Duraes Souto" userId="78f52f2a-2d51-4833-a638-c8c75f30638a" providerId="ADAL" clId="{3874607B-6949-4EEE-8563-0A6A39571738}" dt="2025-07-11T19:56:16.883" v="314" actId="20577"/>
            <ac:spMkLst>
              <pc:docMk/>
              <pc:sldMasterMk cId="1747979782" sldId="2147483665"/>
              <pc:sldLayoutMk cId="4101406071" sldId="2147483739"/>
              <ac:spMk id="11" creationId="{887BE0A0-DE67-4CB8-A3CC-BBC6D733AB2E}"/>
            </ac:spMkLst>
          </pc:spChg>
        </pc:sldLayoutChg>
      </pc:sldMaster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D7D07A88-457F-4574-B6BE-95192917668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5D7A07A-259D-4CEA-81CE-FEDACA8F631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D2343C-BD3C-4650-924C-40706B7DFBCE}" type="datetimeFigureOut">
              <a:rPr lang="pt-BR" smtClean="0"/>
              <a:t>22/07/2025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7703FD9-7361-466E-91A1-4ADEB15814B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58AADEA-D638-498E-9E05-EF298B306FD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300BD3-4CF8-40A1-8E72-061B8653E2C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67225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858637-C724-49AC-97B9-A464C80FECDD}" type="datetimeFigureOut">
              <a:rPr lang="pt-BR" smtClean="0"/>
              <a:t>22/07/2025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792163" y="1143000"/>
            <a:ext cx="52736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FA6931-5E41-4AE2-9D49-4AAAAFF17F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9544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FA6931-5E41-4AE2-9D49-4AAAAFF17FA1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857155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microsoft.com/office/2007/relationships/hdphoto" Target="../media/hdphoto1.wdp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bg>
      <p:bgPr>
        <a:blipFill dpi="0" rotWithShape="1">
          <a:blip r:embed="rId2" cstate="email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69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0A0C1047-DDEB-44F3-BA14-D5D5F27D522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5261" y="811755"/>
            <a:ext cx="3315187" cy="273128"/>
          </a:xfrm>
          <a:prstGeom prst="rect">
            <a:avLst/>
          </a:prstGeom>
        </p:spPr>
      </p:pic>
      <p:pic>
        <p:nvPicPr>
          <p:cNvPr id="9" name="Imagem 8" descr="Uma imagem contendo Logotipo&#10;&#10;Descrição gerada automaticamente">
            <a:extLst>
              <a:ext uri="{FF2B5EF4-FFF2-40B4-BE49-F238E27FC236}">
                <a16:creationId xmlns:a16="http://schemas.microsoft.com/office/drawing/2014/main" id="{082683C9-74AE-4684-A14E-41C2DCACD63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8688" y="8159219"/>
            <a:ext cx="517261" cy="630226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0E0A6C22-436C-4B77-A4F7-793D7337E944}"/>
              </a:ext>
            </a:extLst>
          </p:cNvPr>
          <p:cNvSpPr txBox="1"/>
          <p:nvPr userDrawn="1"/>
        </p:nvSpPr>
        <p:spPr>
          <a:xfrm>
            <a:off x="827201" y="3475196"/>
            <a:ext cx="14747649" cy="1354217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None/>
            </a:pPr>
            <a:r>
              <a:rPr lang="pt-BR" sz="2400" b="0" kern="0" spc="50" baseline="0" dirty="0">
                <a:solidFill>
                  <a:schemeClr val="bg1"/>
                </a:solidFill>
                <a:latin typeface="+mj-lt"/>
                <a:ea typeface="+mj-ea"/>
                <a:cs typeface="Arial" panose="020B0604020202020204" pitchFamily="34" charset="0"/>
              </a:rPr>
              <a:t>TEMPLATE PARA ENTREGA DO PROJETO DA DISCIPLINA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3000" b="1" kern="0" spc="50" baseline="0" dirty="0" err="1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t>DevOPs</a:t>
            </a:r>
            <a:r>
              <a:rPr lang="pt-BR" sz="3000" b="1" kern="0" spc="50" baseline="0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t> na Prática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2400" b="0" kern="0" spc="20" baseline="0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t>Fase 2: Entrega Contínua, Monitoramento e Segurança</a:t>
            </a:r>
          </a:p>
        </p:txBody>
      </p:sp>
      <p:sp>
        <p:nvSpPr>
          <p:cNvPr id="11" name="Espaço Reservado para Texto 2">
            <a:extLst>
              <a:ext uri="{FF2B5EF4-FFF2-40B4-BE49-F238E27FC236}">
                <a16:creationId xmlns:a16="http://schemas.microsoft.com/office/drawing/2014/main" id="{783820C5-5F22-4F09-B5A1-247AFB5E986A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929025" y="5696348"/>
            <a:ext cx="14544000" cy="2880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600" b="1" kern="2600" spc="60" baseline="0">
                <a:solidFill>
                  <a:srgbClr val="C8AF8C"/>
                </a:solidFill>
                <a:latin typeface="+mn-lt"/>
              </a:defRPr>
            </a:lvl1pPr>
            <a:lvl2pPr marL="457200" indent="0">
              <a:buNone/>
              <a:defRPr sz="2200">
                <a:solidFill>
                  <a:srgbClr val="A5804F"/>
                </a:solidFill>
                <a:latin typeface="+mj-lt"/>
              </a:defRPr>
            </a:lvl2pPr>
            <a:lvl3pPr marL="914400" indent="0">
              <a:buNone/>
              <a:defRPr sz="2200">
                <a:solidFill>
                  <a:srgbClr val="A5804F"/>
                </a:solidFill>
                <a:latin typeface="+mj-lt"/>
              </a:defRPr>
            </a:lvl3pPr>
            <a:lvl4pPr marL="1371600" indent="0">
              <a:buNone/>
              <a:defRPr sz="2200">
                <a:solidFill>
                  <a:srgbClr val="A5804F"/>
                </a:solidFill>
                <a:latin typeface="+mj-lt"/>
              </a:defRPr>
            </a:lvl4pPr>
            <a:lvl5pPr marL="1828800" indent="0">
              <a:buNone/>
              <a:defRPr sz="2200">
                <a:solidFill>
                  <a:srgbClr val="A5804F"/>
                </a:solidFill>
                <a:latin typeface="+mj-lt"/>
              </a:defRPr>
            </a:lvl5pPr>
          </a:lstStyle>
          <a:p>
            <a:pPr lvl="0"/>
            <a:r>
              <a:rPr lang="pt-BR" dirty="0"/>
              <a:t>Insira aqui seu nome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B345E957-C73A-42F0-AD97-4BFEFECA3E70}"/>
              </a:ext>
            </a:extLst>
          </p:cNvPr>
          <p:cNvSpPr txBox="1"/>
          <p:nvPr userDrawn="1"/>
        </p:nvSpPr>
        <p:spPr>
          <a:xfrm>
            <a:off x="928687" y="5398139"/>
            <a:ext cx="14544676" cy="27699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pt-BR" sz="1800" b="0" kern="1200" spc="50" baseline="0" dirty="0">
                <a:solidFill>
                  <a:srgbClr val="C8AF8C"/>
                </a:solidFill>
                <a:latin typeface="+mn-lt"/>
                <a:ea typeface="+mj-ea"/>
                <a:cs typeface="Arial" panose="020B0604020202020204" pitchFamily="34" charset="0"/>
              </a:rPr>
              <a:t>NOME DO ESTUDANTE:</a:t>
            </a:r>
            <a:endParaRPr lang="pt-BR" sz="1800" b="0" kern="1200" spc="50" baseline="0" dirty="0">
              <a:solidFill>
                <a:srgbClr val="C8AF8C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28341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5E837148-19BD-4164-965C-6A241D06D853}"/>
              </a:ext>
            </a:extLst>
          </p:cNvPr>
          <p:cNvSpPr/>
          <p:nvPr userDrawn="1"/>
        </p:nvSpPr>
        <p:spPr>
          <a:xfrm>
            <a:off x="0" y="0"/>
            <a:ext cx="16402050" cy="9601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 sz="2422"/>
          </a:p>
        </p:txBody>
      </p:sp>
      <p:sp>
        <p:nvSpPr>
          <p:cNvPr id="9" name="CaixaDeTexto 16">
            <a:extLst>
              <a:ext uri="{FF2B5EF4-FFF2-40B4-BE49-F238E27FC236}">
                <a16:creationId xmlns:a16="http://schemas.microsoft.com/office/drawing/2014/main" id="{973AD855-C71D-41C0-8F1D-FEFA9D3A9581}"/>
              </a:ext>
            </a:extLst>
          </p:cNvPr>
          <p:cNvSpPr txBox="1"/>
          <p:nvPr userDrawn="1"/>
        </p:nvSpPr>
        <p:spPr>
          <a:xfrm>
            <a:off x="7301025" y="0"/>
            <a:ext cx="1800000" cy="529092"/>
          </a:xfrm>
          <a:prstGeom prst="rect">
            <a:avLst/>
          </a:prstGeom>
          <a:solidFill>
            <a:srgbClr val="192350"/>
          </a:solidFill>
        </p:spPr>
        <p:txBody>
          <a:bodyPr wrap="square" lIns="0" tIns="144000" rIns="0" bIns="72000" rtlCol="0" anchor="ctr" anchorCtr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lnSpc>
                <a:spcPts val="2600"/>
              </a:lnSpc>
            </a:pPr>
            <a:r>
              <a:rPr lang="pt-BR" sz="1800" b="0" i="0" kern="1800" spc="100" baseline="0" dirty="0">
                <a:solidFill>
                  <a:srgbClr val="DAE3F3"/>
                </a:solidFill>
                <a:effectLst/>
                <a:latin typeface="+mn-lt"/>
                <a:ea typeface="+mn-ea"/>
                <a:cs typeface="+mn-cs"/>
              </a:rPr>
              <a:t>ORIENTAÇÕES</a:t>
            </a:r>
            <a:endParaRPr lang="pt-BR" sz="1600" b="0" i="0" kern="1800" spc="100" baseline="0" dirty="0">
              <a:solidFill>
                <a:srgbClr val="DAE3F3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10" name="CaixaDeTexto 18">
            <a:extLst>
              <a:ext uri="{FF2B5EF4-FFF2-40B4-BE49-F238E27FC236}">
                <a16:creationId xmlns:a16="http://schemas.microsoft.com/office/drawing/2014/main" id="{1353A036-17D9-4E9E-9704-A08842166D53}"/>
              </a:ext>
            </a:extLst>
          </p:cNvPr>
          <p:cNvSpPr txBox="1"/>
          <p:nvPr userDrawn="1"/>
        </p:nvSpPr>
        <p:spPr>
          <a:xfrm>
            <a:off x="4031841" y="8422747"/>
            <a:ext cx="8338369" cy="51655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 rtl="0" eaLnBrk="1" latinLnBrk="0" hangingPunct="1">
              <a:lnSpc>
                <a:spcPts val="2000"/>
              </a:lnSpc>
              <a:spcBef>
                <a:spcPct val="0"/>
              </a:spcBef>
              <a:buNone/>
            </a:pPr>
            <a:r>
              <a:rPr lang="pt-BR" sz="2000" b="1" kern="1200" spc="20" baseline="0" dirty="0">
                <a:solidFill>
                  <a:srgbClr val="C00000"/>
                </a:solidFill>
                <a:latin typeface="+mj-lt"/>
                <a:ea typeface="+mj-ea"/>
                <a:cs typeface="Arial" panose="020B0604020202020204" pitchFamily="34" charset="0"/>
              </a:rPr>
              <a:t>Antes de converter o arquivo em PDF, exclua este slide ou no painel de miniaturas à esquerda clique na miniatura do slide e clique em ‘Ocultar Slide’.</a:t>
            </a:r>
          </a:p>
        </p:txBody>
      </p:sp>
      <p:pic>
        <p:nvPicPr>
          <p:cNvPr id="11" name="Gráfico 20" descr="Aviso">
            <a:extLst>
              <a:ext uri="{FF2B5EF4-FFF2-40B4-BE49-F238E27FC236}">
                <a16:creationId xmlns:a16="http://schemas.microsoft.com/office/drawing/2014/main" id="{BB788BAF-7DDB-4210-A352-F3FA18110B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21025" y="8004494"/>
            <a:ext cx="360000" cy="360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CBEB5FCD-F8C8-48E4-837D-EDBCE0231D10}"/>
              </a:ext>
            </a:extLst>
          </p:cNvPr>
          <p:cNvSpPr txBox="1"/>
          <p:nvPr userDrawn="1"/>
        </p:nvSpPr>
        <p:spPr>
          <a:xfrm>
            <a:off x="2207025" y="2795172"/>
            <a:ext cx="11988000" cy="2524987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marL="234923" indent="-234923" algn="l">
              <a:lnSpc>
                <a:spcPts val="3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2422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Este é o modelo para você preencher a segunda entrega da disciplina.</a:t>
            </a:r>
          </a:p>
          <a:p>
            <a:pPr marL="266700" indent="0" algn="l">
              <a:lnSpc>
                <a:spcPts val="3000"/>
              </a:lnSpc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pt-BR" sz="2422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- Seção 1 - Pipeline de Entrega Contínua</a:t>
            </a:r>
          </a:p>
          <a:p>
            <a:pPr marL="266700" indent="0" algn="l">
              <a:lnSpc>
                <a:spcPts val="3000"/>
              </a:lnSpc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pt-BR" sz="2422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- Seção 2 - Implementação de Containers e Orquestração</a:t>
            </a:r>
          </a:p>
          <a:p>
            <a:pPr marL="266700" indent="0" algn="l">
              <a:lnSpc>
                <a:spcPts val="3000"/>
              </a:lnSpc>
              <a:spcAft>
                <a:spcPts val="1800"/>
              </a:spcAft>
              <a:buFont typeface="Arial" panose="020B0604020202020204" pitchFamily="34" charset="0"/>
              <a:buNone/>
            </a:pPr>
            <a:r>
              <a:rPr lang="pt-BR" sz="2422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- Seção 3 - Relatório Final e Demonstração</a:t>
            </a:r>
          </a:p>
          <a:p>
            <a:pPr marL="234923" indent="-234923" algn="l">
              <a:lnSpc>
                <a:spcPts val="3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2422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Se necessário duplicar o slide, no painel de miniaturas à esquerda clique na miniatura do slide e clique em ‘Duplicar Slide’. </a:t>
            </a:r>
          </a:p>
        </p:txBody>
      </p:sp>
    </p:spTree>
    <p:extLst>
      <p:ext uri="{BB962C8B-B14F-4D97-AF65-F5344CB8AC3E}">
        <p14:creationId xmlns:p14="http://schemas.microsoft.com/office/powerpoint/2010/main" val="37572873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>
            <a:extLst>
              <a:ext uri="{FF2B5EF4-FFF2-40B4-BE49-F238E27FC236}">
                <a16:creationId xmlns:a16="http://schemas.microsoft.com/office/drawing/2014/main" id="{FA034C09-59DD-4564-9C6E-8F60F069EB37}"/>
              </a:ext>
            </a:extLst>
          </p:cNvPr>
          <p:cNvSpPr txBox="1"/>
          <p:nvPr userDrawn="1"/>
        </p:nvSpPr>
        <p:spPr>
          <a:xfrm>
            <a:off x="1865025" y="4038855"/>
            <a:ext cx="12672000" cy="152349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indent="0" algn="ctr">
              <a:lnSpc>
                <a:spcPct val="100000"/>
              </a:lnSpc>
              <a:spcAft>
                <a:spcPts val="600"/>
              </a:spcAft>
              <a:buNone/>
            </a:pPr>
            <a:r>
              <a:rPr lang="pt-BR" sz="4000" b="1" kern="3200" spc="20" baseline="0" dirty="0">
                <a:solidFill>
                  <a:srgbClr val="9E7E54"/>
                </a:solidFill>
                <a:effectLst/>
                <a:latin typeface="+mn-lt"/>
                <a:ea typeface="Calibri Light" panose="020F0302020204030204" pitchFamily="34" charset="0"/>
              </a:rPr>
              <a:t>SEÇÃO 1</a:t>
            </a:r>
          </a:p>
          <a:p>
            <a:pPr marL="0" indent="0" algn="ctr">
              <a:lnSpc>
                <a:spcPct val="100000"/>
              </a:lnSpc>
              <a:spcAft>
                <a:spcPts val="2400"/>
              </a:spcAft>
              <a:buNone/>
            </a:pPr>
            <a:r>
              <a:rPr lang="pt-BR" sz="5400" b="1" kern="3200" spc="20" baseline="0" dirty="0">
                <a:solidFill>
                  <a:srgbClr val="49509A"/>
                </a:solidFill>
                <a:effectLst/>
                <a:latin typeface="+mn-lt"/>
                <a:ea typeface="Calibri Light" panose="020F0302020204030204" pitchFamily="34" charset="0"/>
              </a:rPr>
              <a:t>Pipeline de Entrega Contínua</a:t>
            </a: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B70FB7A2-C821-4005-9581-A434F16907DD}"/>
              </a:ext>
            </a:extLst>
          </p:cNvPr>
          <p:cNvGrpSpPr/>
          <p:nvPr userDrawn="1"/>
        </p:nvGrpSpPr>
        <p:grpSpPr>
          <a:xfrm>
            <a:off x="817034" y="492441"/>
            <a:ext cx="14687222" cy="461349"/>
            <a:chOff x="551561" y="492441"/>
            <a:chExt cx="14687222" cy="461349"/>
          </a:xfrm>
        </p:grpSpPr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05C62543-80A6-4335-B5BF-F8DAD9E7C88A}"/>
                </a:ext>
              </a:extLst>
            </p:cNvPr>
            <p:cNvSpPr/>
            <p:nvPr/>
          </p:nvSpPr>
          <p:spPr>
            <a:xfrm>
              <a:off x="2134783" y="834003"/>
              <a:ext cx="13104000" cy="52985"/>
            </a:xfrm>
            <a:prstGeom prst="rect">
              <a:avLst/>
            </a:prstGeom>
            <a:gradFill flip="none" rotWithShape="1">
              <a:gsLst>
                <a:gs pos="0">
                  <a:srgbClr val="C3A77A"/>
                </a:gs>
                <a:gs pos="80000">
                  <a:srgbClr val="53559B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16" name="Imagem 15">
              <a:extLst>
                <a:ext uri="{FF2B5EF4-FFF2-40B4-BE49-F238E27FC236}">
                  <a16:creationId xmlns:a16="http://schemas.microsoft.com/office/drawing/2014/main" id="{0E5B71C4-9222-4017-8252-D16E1DE3F5FB}"/>
                </a:ext>
              </a:extLst>
            </p:cNvPr>
            <p:cNvPicPr/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551561" y="492441"/>
              <a:ext cx="1536269" cy="461349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  <p:sp>
        <p:nvSpPr>
          <p:cNvPr id="6" name="Retângulo 5">
            <a:extLst>
              <a:ext uri="{FF2B5EF4-FFF2-40B4-BE49-F238E27FC236}">
                <a16:creationId xmlns:a16="http://schemas.microsoft.com/office/drawing/2014/main" id="{6807B6E6-E1E3-4161-B953-A271C13ABAE3}"/>
              </a:ext>
            </a:extLst>
          </p:cNvPr>
          <p:cNvSpPr/>
          <p:nvPr userDrawn="1"/>
        </p:nvSpPr>
        <p:spPr>
          <a:xfrm>
            <a:off x="911025" y="8714216"/>
            <a:ext cx="14580000" cy="28800"/>
          </a:xfrm>
          <a:prstGeom prst="rect">
            <a:avLst/>
          </a:prstGeom>
          <a:solidFill>
            <a:srgbClr val="5355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178324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aixaDeTexto 16">
            <a:extLst>
              <a:ext uri="{FF2B5EF4-FFF2-40B4-BE49-F238E27FC236}">
                <a16:creationId xmlns:a16="http://schemas.microsoft.com/office/drawing/2014/main" id="{40C1AF06-63D9-405D-94ED-2270CB6C71F7}"/>
              </a:ext>
            </a:extLst>
          </p:cNvPr>
          <p:cNvSpPr txBox="1"/>
          <p:nvPr userDrawn="1"/>
        </p:nvSpPr>
        <p:spPr>
          <a:xfrm>
            <a:off x="928688" y="1640232"/>
            <a:ext cx="10684192" cy="276999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b" anchorCtr="0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800" b="1" kern="2400" spc="20" baseline="0" dirty="0">
                <a:solidFill>
                  <a:srgbClr val="19266B"/>
                </a:solidFill>
              </a:rPr>
              <a:t>a) EXPANSÃO DO PIPELINE DE CI PARA INCLUSÃO DA ENTREGA CONTÍNUA (CD):</a:t>
            </a: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82144C86-8C2A-4B78-999A-5CC877FA25CC}"/>
              </a:ext>
            </a:extLst>
          </p:cNvPr>
          <p:cNvGrpSpPr/>
          <p:nvPr userDrawn="1"/>
        </p:nvGrpSpPr>
        <p:grpSpPr>
          <a:xfrm>
            <a:off x="817034" y="492441"/>
            <a:ext cx="14687222" cy="461349"/>
            <a:chOff x="551561" y="492441"/>
            <a:chExt cx="14687222" cy="461349"/>
          </a:xfrm>
        </p:grpSpPr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04E85A6B-7802-4FEF-A14A-0D20E0E4AB29}"/>
                </a:ext>
              </a:extLst>
            </p:cNvPr>
            <p:cNvSpPr/>
            <p:nvPr/>
          </p:nvSpPr>
          <p:spPr>
            <a:xfrm>
              <a:off x="2134783" y="834003"/>
              <a:ext cx="13104000" cy="52985"/>
            </a:xfrm>
            <a:prstGeom prst="rect">
              <a:avLst/>
            </a:prstGeom>
            <a:gradFill flip="none" rotWithShape="1">
              <a:gsLst>
                <a:gs pos="0">
                  <a:srgbClr val="C3A77A"/>
                </a:gs>
                <a:gs pos="80000">
                  <a:srgbClr val="53559B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32038F69-8C87-4F4F-9219-DFAB0D41BB2E}"/>
                </a:ext>
              </a:extLst>
            </p:cNvPr>
            <p:cNvPicPr/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551561" y="492441"/>
              <a:ext cx="1536269" cy="461349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  <p:sp>
        <p:nvSpPr>
          <p:cNvPr id="6" name="CaixaDeTexto 5">
            <a:extLst>
              <a:ext uri="{FF2B5EF4-FFF2-40B4-BE49-F238E27FC236}">
                <a16:creationId xmlns:a16="http://schemas.microsoft.com/office/drawing/2014/main" id="{4C5C833F-81A7-4EFD-A5F0-EAE720DDCE3F}"/>
              </a:ext>
            </a:extLst>
          </p:cNvPr>
          <p:cNvSpPr txBox="1"/>
          <p:nvPr userDrawn="1"/>
        </p:nvSpPr>
        <p:spPr>
          <a:xfrm>
            <a:off x="10835640" y="855785"/>
            <a:ext cx="4668616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ctr" anchorCtr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800" b="1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SEÇÃO 1 – </a:t>
            </a:r>
            <a:r>
              <a:rPr lang="pt-BR" sz="1800" b="0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Pipeline de Entrega Contínua</a:t>
            </a:r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A3E46545-5E91-4C76-87DB-86D3C5ED1CF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8688" y="2030470"/>
            <a:ext cx="14544674" cy="6840000"/>
          </a:xfrm>
          <a:prstGeom prst="rect">
            <a:avLst/>
          </a:prstGeom>
          <a:solidFill>
            <a:srgbClr val="EEEEFC"/>
          </a:solidFill>
        </p:spPr>
        <p:txBody>
          <a:bodyPr lIns="72000" tIns="72000" rIns="72000" bIns="7200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>
                    <a:lumMod val="75000"/>
                  </a:schemeClr>
                </a:solidFill>
              </a:defRPr>
            </a:lvl1pPr>
            <a:lvl2pPr marL="640080" indent="0">
              <a:buNone/>
              <a:defRPr sz="1400"/>
            </a:lvl2pPr>
            <a:lvl3pPr marL="1280160" indent="0">
              <a:buNone/>
              <a:defRPr sz="140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</a:lstStyle>
          <a:p>
            <a:pPr lvl="0"/>
            <a:r>
              <a:rPr lang="pt-BR" dirty="0"/>
              <a:t>Insira aqui sua resposta.</a:t>
            </a:r>
          </a:p>
        </p:txBody>
      </p:sp>
    </p:spTree>
    <p:extLst>
      <p:ext uri="{BB962C8B-B14F-4D97-AF65-F5344CB8AC3E}">
        <p14:creationId xmlns:p14="http://schemas.microsoft.com/office/powerpoint/2010/main" val="17104611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5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>
            <a:extLst>
              <a:ext uri="{FF2B5EF4-FFF2-40B4-BE49-F238E27FC236}">
                <a16:creationId xmlns:a16="http://schemas.microsoft.com/office/drawing/2014/main" id="{FA034C09-59DD-4564-9C6E-8F60F069EB37}"/>
              </a:ext>
            </a:extLst>
          </p:cNvPr>
          <p:cNvSpPr txBox="1"/>
          <p:nvPr userDrawn="1"/>
        </p:nvSpPr>
        <p:spPr>
          <a:xfrm>
            <a:off x="1865025" y="3623355"/>
            <a:ext cx="12672000" cy="235449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indent="0" algn="ctr">
              <a:lnSpc>
                <a:spcPct val="100000"/>
              </a:lnSpc>
              <a:spcAft>
                <a:spcPts val="600"/>
              </a:spcAft>
              <a:buNone/>
            </a:pPr>
            <a:r>
              <a:rPr lang="pt-BR" sz="4000" b="1" kern="3200" spc="20" baseline="0" dirty="0">
                <a:solidFill>
                  <a:srgbClr val="9E7E54"/>
                </a:solidFill>
                <a:effectLst/>
                <a:latin typeface="+mn-lt"/>
                <a:ea typeface="Calibri Light" panose="020F0302020204030204" pitchFamily="34" charset="0"/>
              </a:rPr>
              <a:t>SEÇÃO 2</a:t>
            </a:r>
          </a:p>
          <a:p>
            <a:pPr marL="0" indent="0" algn="ctr">
              <a:lnSpc>
                <a:spcPct val="100000"/>
              </a:lnSpc>
              <a:spcAft>
                <a:spcPts val="2400"/>
              </a:spcAft>
              <a:buNone/>
            </a:pPr>
            <a:r>
              <a:rPr lang="pt-BR" sz="5400" b="1" kern="3200" spc="20" baseline="0" dirty="0">
                <a:solidFill>
                  <a:srgbClr val="49509A"/>
                </a:solidFill>
                <a:effectLst/>
                <a:latin typeface="+mn-lt"/>
                <a:ea typeface="Calibri Light" panose="020F0302020204030204" pitchFamily="34" charset="0"/>
              </a:rPr>
              <a:t>Implementação de Containers e Orquestração</a:t>
            </a: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B70FB7A2-C821-4005-9581-A434F16907DD}"/>
              </a:ext>
            </a:extLst>
          </p:cNvPr>
          <p:cNvGrpSpPr/>
          <p:nvPr userDrawn="1"/>
        </p:nvGrpSpPr>
        <p:grpSpPr>
          <a:xfrm>
            <a:off x="817034" y="492441"/>
            <a:ext cx="14687222" cy="461349"/>
            <a:chOff x="551561" y="492441"/>
            <a:chExt cx="14687222" cy="461349"/>
          </a:xfrm>
        </p:grpSpPr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05C62543-80A6-4335-B5BF-F8DAD9E7C88A}"/>
                </a:ext>
              </a:extLst>
            </p:cNvPr>
            <p:cNvSpPr/>
            <p:nvPr/>
          </p:nvSpPr>
          <p:spPr>
            <a:xfrm>
              <a:off x="2134783" y="834003"/>
              <a:ext cx="13104000" cy="52985"/>
            </a:xfrm>
            <a:prstGeom prst="rect">
              <a:avLst/>
            </a:prstGeom>
            <a:gradFill flip="none" rotWithShape="1">
              <a:gsLst>
                <a:gs pos="0">
                  <a:srgbClr val="C3A77A"/>
                </a:gs>
                <a:gs pos="80000">
                  <a:srgbClr val="53559B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16" name="Imagem 15">
              <a:extLst>
                <a:ext uri="{FF2B5EF4-FFF2-40B4-BE49-F238E27FC236}">
                  <a16:creationId xmlns:a16="http://schemas.microsoft.com/office/drawing/2014/main" id="{0E5B71C4-9222-4017-8252-D16E1DE3F5FB}"/>
                </a:ext>
              </a:extLst>
            </p:cNvPr>
            <p:cNvPicPr/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551561" y="492441"/>
              <a:ext cx="1536269" cy="461349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  <p:sp>
        <p:nvSpPr>
          <p:cNvPr id="7" name="Retângulo 6">
            <a:extLst>
              <a:ext uri="{FF2B5EF4-FFF2-40B4-BE49-F238E27FC236}">
                <a16:creationId xmlns:a16="http://schemas.microsoft.com/office/drawing/2014/main" id="{B0CB3943-272C-4C32-B482-560121CB61B3}"/>
              </a:ext>
            </a:extLst>
          </p:cNvPr>
          <p:cNvSpPr/>
          <p:nvPr userDrawn="1"/>
        </p:nvSpPr>
        <p:spPr>
          <a:xfrm>
            <a:off x="911025" y="8714216"/>
            <a:ext cx="14580000" cy="28800"/>
          </a:xfrm>
          <a:prstGeom prst="rect">
            <a:avLst/>
          </a:prstGeom>
          <a:solidFill>
            <a:srgbClr val="5355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114168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aixaDeTexto 16">
            <a:extLst>
              <a:ext uri="{FF2B5EF4-FFF2-40B4-BE49-F238E27FC236}">
                <a16:creationId xmlns:a16="http://schemas.microsoft.com/office/drawing/2014/main" id="{40C1AF06-63D9-405D-94ED-2270CB6C71F7}"/>
              </a:ext>
            </a:extLst>
          </p:cNvPr>
          <p:cNvSpPr txBox="1"/>
          <p:nvPr userDrawn="1"/>
        </p:nvSpPr>
        <p:spPr>
          <a:xfrm>
            <a:off x="928688" y="1640232"/>
            <a:ext cx="10684192" cy="276999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b" anchorCtr="0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800" b="1" kern="2400" spc="20" baseline="0" dirty="0">
                <a:solidFill>
                  <a:srgbClr val="19266B"/>
                </a:solidFill>
              </a:rPr>
              <a:t>a) CONTAINERIZAÇÃO DA APLICAÇÃO UTILIZANDO DOCKER:</a:t>
            </a: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82144C86-8C2A-4B78-999A-5CC877FA25CC}"/>
              </a:ext>
            </a:extLst>
          </p:cNvPr>
          <p:cNvGrpSpPr/>
          <p:nvPr userDrawn="1"/>
        </p:nvGrpSpPr>
        <p:grpSpPr>
          <a:xfrm>
            <a:off x="817034" y="492441"/>
            <a:ext cx="14687222" cy="461349"/>
            <a:chOff x="551561" y="492441"/>
            <a:chExt cx="14687222" cy="461349"/>
          </a:xfrm>
        </p:grpSpPr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04E85A6B-7802-4FEF-A14A-0D20E0E4AB29}"/>
                </a:ext>
              </a:extLst>
            </p:cNvPr>
            <p:cNvSpPr/>
            <p:nvPr/>
          </p:nvSpPr>
          <p:spPr>
            <a:xfrm>
              <a:off x="2134783" y="834003"/>
              <a:ext cx="13104000" cy="52985"/>
            </a:xfrm>
            <a:prstGeom prst="rect">
              <a:avLst/>
            </a:prstGeom>
            <a:gradFill flip="none" rotWithShape="1">
              <a:gsLst>
                <a:gs pos="0">
                  <a:srgbClr val="C3A77A"/>
                </a:gs>
                <a:gs pos="80000">
                  <a:srgbClr val="53559B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32038F69-8C87-4F4F-9219-DFAB0D41BB2E}"/>
                </a:ext>
              </a:extLst>
            </p:cNvPr>
            <p:cNvPicPr/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551561" y="492441"/>
              <a:ext cx="1536269" cy="461349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  <p:sp>
        <p:nvSpPr>
          <p:cNvPr id="8" name="CaixaDeTexto 7">
            <a:extLst>
              <a:ext uri="{FF2B5EF4-FFF2-40B4-BE49-F238E27FC236}">
                <a16:creationId xmlns:a16="http://schemas.microsoft.com/office/drawing/2014/main" id="{48614ED5-BD5E-4882-BF75-99FBC0D3D856}"/>
              </a:ext>
            </a:extLst>
          </p:cNvPr>
          <p:cNvSpPr txBox="1"/>
          <p:nvPr userDrawn="1"/>
        </p:nvSpPr>
        <p:spPr>
          <a:xfrm>
            <a:off x="9418320" y="855785"/>
            <a:ext cx="6085936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ctr" anchorCtr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800" b="1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SEÇÃO 2 – </a:t>
            </a:r>
            <a:r>
              <a:rPr lang="pt-BR" sz="1800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Implementação de Containers e Orquestração</a:t>
            </a:r>
          </a:p>
        </p:txBody>
      </p:sp>
      <p:sp>
        <p:nvSpPr>
          <p:cNvPr id="11" name="Espaço Reservado para Texto 9">
            <a:extLst>
              <a:ext uri="{FF2B5EF4-FFF2-40B4-BE49-F238E27FC236}">
                <a16:creationId xmlns:a16="http://schemas.microsoft.com/office/drawing/2014/main" id="{48E7F857-5448-4CCD-8569-619639D643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8688" y="2282795"/>
            <a:ext cx="14544674" cy="6588000"/>
          </a:xfrm>
          <a:prstGeom prst="rect">
            <a:avLst/>
          </a:prstGeom>
          <a:solidFill>
            <a:srgbClr val="EEEEFC"/>
          </a:solidFill>
        </p:spPr>
        <p:txBody>
          <a:bodyPr lIns="72000" tIns="72000" rIns="72000" bIns="7200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>
                    <a:lumMod val="75000"/>
                  </a:schemeClr>
                </a:solidFill>
              </a:defRPr>
            </a:lvl1pPr>
            <a:lvl2pPr marL="640080" indent="0">
              <a:buNone/>
              <a:defRPr sz="1400"/>
            </a:lvl2pPr>
            <a:lvl3pPr marL="1280160" indent="0">
              <a:buNone/>
              <a:defRPr sz="140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</a:lstStyle>
          <a:p>
            <a:pPr lvl="0"/>
            <a:r>
              <a:rPr lang="pt-BR" dirty="0"/>
              <a:t>Cole aqui o link.</a:t>
            </a:r>
          </a:p>
        </p:txBody>
      </p:sp>
      <p:graphicFrame>
        <p:nvGraphicFramePr>
          <p:cNvPr id="12" name="Tabela 11">
            <a:extLst>
              <a:ext uri="{FF2B5EF4-FFF2-40B4-BE49-F238E27FC236}">
                <a16:creationId xmlns:a16="http://schemas.microsoft.com/office/drawing/2014/main" id="{B4A90663-2F92-4A52-96F7-CA96860E500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723348495"/>
              </p:ext>
            </p:extLst>
          </p:nvPr>
        </p:nvGraphicFramePr>
        <p:xfrm>
          <a:off x="1193799" y="1904081"/>
          <a:ext cx="3789681" cy="28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89681">
                  <a:extLst>
                    <a:ext uri="{9D8B030D-6E8A-4147-A177-3AD203B41FA5}">
                      <a16:colId xmlns:a16="http://schemas.microsoft.com/office/drawing/2014/main" val="1842292192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pt-BR" sz="1600" b="0" kern="2000" spc="-10" baseline="0" dirty="0">
                          <a:solidFill>
                            <a:srgbClr val="53559B"/>
                          </a:solidFill>
                        </a:rPr>
                        <a:t>Insira o link de acesso ao repositório (GitHub).</a:t>
                      </a:r>
                    </a:p>
                  </a:txBody>
                  <a:tcPr marL="0" marR="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6212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79867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aixaDeTexto 16">
            <a:extLst>
              <a:ext uri="{FF2B5EF4-FFF2-40B4-BE49-F238E27FC236}">
                <a16:creationId xmlns:a16="http://schemas.microsoft.com/office/drawing/2014/main" id="{40C1AF06-63D9-405D-94ED-2270CB6C71F7}"/>
              </a:ext>
            </a:extLst>
          </p:cNvPr>
          <p:cNvSpPr txBox="1"/>
          <p:nvPr userDrawn="1"/>
        </p:nvSpPr>
        <p:spPr>
          <a:xfrm>
            <a:off x="928688" y="1640232"/>
            <a:ext cx="5681662" cy="276999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b" anchorCtr="0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800" b="1" kern="2400" spc="20" baseline="0" dirty="0">
                <a:solidFill>
                  <a:srgbClr val="19266B"/>
                </a:solidFill>
              </a:rPr>
              <a:t>b) SCRIPTS DE DEPLOY USANDO OS CONTAINERS:</a:t>
            </a: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82144C86-8C2A-4B78-999A-5CC877FA25CC}"/>
              </a:ext>
            </a:extLst>
          </p:cNvPr>
          <p:cNvGrpSpPr/>
          <p:nvPr userDrawn="1"/>
        </p:nvGrpSpPr>
        <p:grpSpPr>
          <a:xfrm>
            <a:off x="817034" y="492441"/>
            <a:ext cx="14687222" cy="461349"/>
            <a:chOff x="551561" y="492441"/>
            <a:chExt cx="14687222" cy="461349"/>
          </a:xfrm>
        </p:grpSpPr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04E85A6B-7802-4FEF-A14A-0D20E0E4AB29}"/>
                </a:ext>
              </a:extLst>
            </p:cNvPr>
            <p:cNvSpPr/>
            <p:nvPr/>
          </p:nvSpPr>
          <p:spPr>
            <a:xfrm>
              <a:off x="2134783" y="834003"/>
              <a:ext cx="13104000" cy="52985"/>
            </a:xfrm>
            <a:prstGeom prst="rect">
              <a:avLst/>
            </a:prstGeom>
            <a:gradFill flip="none" rotWithShape="1">
              <a:gsLst>
                <a:gs pos="0">
                  <a:srgbClr val="C3A77A"/>
                </a:gs>
                <a:gs pos="80000">
                  <a:srgbClr val="53559B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32038F69-8C87-4F4F-9219-DFAB0D41BB2E}"/>
                </a:ext>
              </a:extLst>
            </p:cNvPr>
            <p:cNvPicPr/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551561" y="492441"/>
              <a:ext cx="1536269" cy="461349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  <p:sp>
        <p:nvSpPr>
          <p:cNvPr id="9" name="CaixaDeTexto 8">
            <a:extLst>
              <a:ext uri="{FF2B5EF4-FFF2-40B4-BE49-F238E27FC236}">
                <a16:creationId xmlns:a16="http://schemas.microsoft.com/office/drawing/2014/main" id="{0D0CAB1E-CDDC-4D4F-BD69-A08820525A39}"/>
              </a:ext>
            </a:extLst>
          </p:cNvPr>
          <p:cNvSpPr txBox="1"/>
          <p:nvPr userDrawn="1"/>
        </p:nvSpPr>
        <p:spPr>
          <a:xfrm>
            <a:off x="9418320" y="855785"/>
            <a:ext cx="6085936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ctr" anchorCtr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800" b="1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SEÇÃO 2 – </a:t>
            </a:r>
            <a:r>
              <a:rPr lang="pt-BR" sz="1800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Implementação de Containers e Orquestração</a:t>
            </a:r>
          </a:p>
        </p:txBody>
      </p:sp>
      <p:sp>
        <p:nvSpPr>
          <p:cNvPr id="12" name="Espaço Reservado para Texto 9">
            <a:extLst>
              <a:ext uri="{FF2B5EF4-FFF2-40B4-BE49-F238E27FC236}">
                <a16:creationId xmlns:a16="http://schemas.microsoft.com/office/drawing/2014/main" id="{487BA6BD-F2DA-4F04-A329-BF1EEE0159A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8688" y="2282795"/>
            <a:ext cx="14544674" cy="6588000"/>
          </a:xfrm>
          <a:prstGeom prst="rect">
            <a:avLst/>
          </a:prstGeom>
          <a:solidFill>
            <a:srgbClr val="EEEEFC"/>
          </a:solidFill>
        </p:spPr>
        <p:txBody>
          <a:bodyPr lIns="72000" tIns="72000" rIns="72000" bIns="7200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>
                    <a:lumMod val="75000"/>
                  </a:schemeClr>
                </a:solidFill>
              </a:defRPr>
            </a:lvl1pPr>
            <a:lvl2pPr marL="640080" indent="0">
              <a:buNone/>
              <a:defRPr sz="1400"/>
            </a:lvl2pPr>
            <a:lvl3pPr marL="1280160" indent="0">
              <a:buNone/>
              <a:defRPr sz="140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</a:lstStyle>
          <a:p>
            <a:pPr lvl="0"/>
            <a:r>
              <a:rPr lang="pt-BR" dirty="0"/>
              <a:t>Cole aqui o link.</a:t>
            </a:r>
          </a:p>
        </p:txBody>
      </p:sp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E44F08ED-3F11-4553-94B8-96DB62235C5F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9589840"/>
              </p:ext>
            </p:extLst>
          </p:nvPr>
        </p:nvGraphicFramePr>
        <p:xfrm>
          <a:off x="1193799" y="1904081"/>
          <a:ext cx="3789681" cy="28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89681">
                  <a:extLst>
                    <a:ext uri="{9D8B030D-6E8A-4147-A177-3AD203B41FA5}">
                      <a16:colId xmlns:a16="http://schemas.microsoft.com/office/drawing/2014/main" val="1842292192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pt-BR" sz="1600" b="0" kern="2000" spc="-10" baseline="0" dirty="0">
                          <a:solidFill>
                            <a:srgbClr val="53559B"/>
                          </a:solidFill>
                        </a:rPr>
                        <a:t>Insira o link de acesso ao repositório (GitHub).</a:t>
                      </a:r>
                    </a:p>
                  </a:txBody>
                  <a:tcPr marL="0" marR="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6212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0637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5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>
            <a:extLst>
              <a:ext uri="{FF2B5EF4-FFF2-40B4-BE49-F238E27FC236}">
                <a16:creationId xmlns:a16="http://schemas.microsoft.com/office/drawing/2014/main" id="{FA034C09-59DD-4564-9C6E-8F60F069EB37}"/>
              </a:ext>
            </a:extLst>
          </p:cNvPr>
          <p:cNvSpPr txBox="1"/>
          <p:nvPr userDrawn="1"/>
        </p:nvSpPr>
        <p:spPr>
          <a:xfrm>
            <a:off x="1865025" y="4038855"/>
            <a:ext cx="12672000" cy="152349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indent="0" algn="ctr">
              <a:lnSpc>
                <a:spcPct val="100000"/>
              </a:lnSpc>
              <a:spcAft>
                <a:spcPts val="600"/>
              </a:spcAft>
              <a:buNone/>
            </a:pPr>
            <a:r>
              <a:rPr lang="pt-BR" sz="4000" b="1" kern="3200" spc="20" baseline="0" dirty="0">
                <a:solidFill>
                  <a:srgbClr val="9E7E54"/>
                </a:solidFill>
                <a:effectLst/>
                <a:latin typeface="+mn-lt"/>
                <a:ea typeface="Calibri Light" panose="020F0302020204030204" pitchFamily="34" charset="0"/>
              </a:rPr>
              <a:t>SEÇÃO 3</a:t>
            </a:r>
          </a:p>
          <a:p>
            <a:pPr marL="0" indent="0" algn="ctr">
              <a:lnSpc>
                <a:spcPct val="100000"/>
              </a:lnSpc>
              <a:spcAft>
                <a:spcPts val="2400"/>
              </a:spcAft>
              <a:buNone/>
            </a:pPr>
            <a:r>
              <a:rPr lang="pt-BR" sz="5400" b="1" kern="3200" spc="20" baseline="0" dirty="0">
                <a:solidFill>
                  <a:srgbClr val="49509A"/>
                </a:solidFill>
                <a:effectLst/>
                <a:latin typeface="+mn-lt"/>
                <a:ea typeface="Calibri Light" panose="020F0302020204030204" pitchFamily="34" charset="0"/>
              </a:rPr>
              <a:t>Relatório Final e Demonstração</a:t>
            </a: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B70FB7A2-C821-4005-9581-A434F16907DD}"/>
              </a:ext>
            </a:extLst>
          </p:cNvPr>
          <p:cNvGrpSpPr/>
          <p:nvPr userDrawn="1"/>
        </p:nvGrpSpPr>
        <p:grpSpPr>
          <a:xfrm>
            <a:off x="817034" y="492441"/>
            <a:ext cx="14687222" cy="461349"/>
            <a:chOff x="551561" y="492441"/>
            <a:chExt cx="14687222" cy="461349"/>
          </a:xfrm>
        </p:grpSpPr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05C62543-80A6-4335-B5BF-F8DAD9E7C88A}"/>
                </a:ext>
              </a:extLst>
            </p:cNvPr>
            <p:cNvSpPr/>
            <p:nvPr/>
          </p:nvSpPr>
          <p:spPr>
            <a:xfrm>
              <a:off x="2134783" y="834003"/>
              <a:ext cx="13104000" cy="52985"/>
            </a:xfrm>
            <a:prstGeom prst="rect">
              <a:avLst/>
            </a:prstGeom>
            <a:gradFill flip="none" rotWithShape="1">
              <a:gsLst>
                <a:gs pos="0">
                  <a:srgbClr val="C3A77A"/>
                </a:gs>
                <a:gs pos="80000">
                  <a:srgbClr val="53559B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16" name="Imagem 15">
              <a:extLst>
                <a:ext uri="{FF2B5EF4-FFF2-40B4-BE49-F238E27FC236}">
                  <a16:creationId xmlns:a16="http://schemas.microsoft.com/office/drawing/2014/main" id="{0E5B71C4-9222-4017-8252-D16E1DE3F5FB}"/>
                </a:ext>
              </a:extLst>
            </p:cNvPr>
            <p:cNvPicPr/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551561" y="492441"/>
              <a:ext cx="1536269" cy="461349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  <p:sp>
        <p:nvSpPr>
          <p:cNvPr id="7" name="Retângulo 6">
            <a:extLst>
              <a:ext uri="{FF2B5EF4-FFF2-40B4-BE49-F238E27FC236}">
                <a16:creationId xmlns:a16="http://schemas.microsoft.com/office/drawing/2014/main" id="{6F3E43FC-36AC-4A32-B34A-E3BE18728F88}"/>
              </a:ext>
            </a:extLst>
          </p:cNvPr>
          <p:cNvSpPr/>
          <p:nvPr userDrawn="1"/>
        </p:nvSpPr>
        <p:spPr>
          <a:xfrm>
            <a:off x="911025" y="8714216"/>
            <a:ext cx="14580000" cy="28800"/>
          </a:xfrm>
          <a:prstGeom prst="rect">
            <a:avLst/>
          </a:prstGeom>
          <a:solidFill>
            <a:srgbClr val="5355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27329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aixaDeTexto 16">
            <a:extLst>
              <a:ext uri="{FF2B5EF4-FFF2-40B4-BE49-F238E27FC236}">
                <a16:creationId xmlns:a16="http://schemas.microsoft.com/office/drawing/2014/main" id="{40C1AF06-63D9-405D-94ED-2270CB6C71F7}"/>
              </a:ext>
            </a:extLst>
          </p:cNvPr>
          <p:cNvSpPr txBox="1"/>
          <p:nvPr userDrawn="1"/>
        </p:nvSpPr>
        <p:spPr>
          <a:xfrm>
            <a:off x="928687" y="1640232"/>
            <a:ext cx="5182548" cy="276999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b" anchorCtr="0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800" b="1" kern="2400" spc="20" baseline="0" dirty="0">
                <a:solidFill>
                  <a:srgbClr val="19266B"/>
                </a:solidFill>
              </a:rPr>
              <a:t>a) </a:t>
            </a:r>
            <a:r>
              <a:rPr lang="pt-BR" sz="1800" b="1" kern="2400" spc="20" baseline="0" dirty="0">
                <a:solidFill>
                  <a:srgbClr val="19266B"/>
                </a:solidFill>
                <a:latin typeface="+mn-lt"/>
                <a:ea typeface="+mn-ea"/>
                <a:cs typeface="+mn-cs"/>
              </a:rPr>
              <a:t>RELATÓRIO DETALHADO DAS ETAPAS DO PROJETO</a:t>
            </a:r>
            <a:endParaRPr lang="pt-BR" sz="1800" b="1" kern="2400" spc="20" baseline="0" dirty="0">
              <a:solidFill>
                <a:srgbClr val="19266B"/>
              </a:solidFill>
            </a:endParaRP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82144C86-8C2A-4B78-999A-5CC877FA25CC}"/>
              </a:ext>
            </a:extLst>
          </p:cNvPr>
          <p:cNvGrpSpPr/>
          <p:nvPr userDrawn="1"/>
        </p:nvGrpSpPr>
        <p:grpSpPr>
          <a:xfrm>
            <a:off x="817034" y="492441"/>
            <a:ext cx="14687222" cy="461349"/>
            <a:chOff x="551561" y="492441"/>
            <a:chExt cx="14687222" cy="461349"/>
          </a:xfrm>
        </p:grpSpPr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04E85A6B-7802-4FEF-A14A-0D20E0E4AB29}"/>
                </a:ext>
              </a:extLst>
            </p:cNvPr>
            <p:cNvSpPr/>
            <p:nvPr/>
          </p:nvSpPr>
          <p:spPr>
            <a:xfrm>
              <a:off x="2134783" y="834003"/>
              <a:ext cx="13104000" cy="52985"/>
            </a:xfrm>
            <a:prstGeom prst="rect">
              <a:avLst/>
            </a:prstGeom>
            <a:gradFill flip="none" rotWithShape="1">
              <a:gsLst>
                <a:gs pos="0">
                  <a:srgbClr val="C3A77A"/>
                </a:gs>
                <a:gs pos="80000">
                  <a:srgbClr val="53559B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32038F69-8C87-4F4F-9219-DFAB0D41BB2E}"/>
                </a:ext>
              </a:extLst>
            </p:cNvPr>
            <p:cNvPicPr/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551561" y="492441"/>
              <a:ext cx="1536269" cy="461349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A3E46545-5E91-4C76-87DB-86D3C5ED1CF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8688" y="2030470"/>
            <a:ext cx="14544674" cy="6840000"/>
          </a:xfrm>
          <a:prstGeom prst="rect">
            <a:avLst/>
          </a:prstGeom>
          <a:solidFill>
            <a:srgbClr val="EEEEFC"/>
          </a:solidFill>
        </p:spPr>
        <p:txBody>
          <a:bodyPr lIns="72000" tIns="72000" rIns="72000" bIns="7200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>
                    <a:lumMod val="75000"/>
                  </a:schemeClr>
                </a:solidFill>
              </a:defRPr>
            </a:lvl1pPr>
            <a:lvl2pPr marL="640080" indent="0">
              <a:buNone/>
              <a:defRPr sz="1400"/>
            </a:lvl2pPr>
            <a:lvl3pPr marL="1280160" indent="0">
              <a:buNone/>
              <a:defRPr sz="140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</a:lstStyle>
          <a:p>
            <a:pPr lvl="0"/>
            <a:r>
              <a:rPr lang="pt-BR" dirty="0"/>
              <a:t>Insira aqui sua resposta.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48614ED5-BD5E-4882-BF75-99FBC0D3D856}"/>
              </a:ext>
            </a:extLst>
          </p:cNvPr>
          <p:cNvSpPr txBox="1"/>
          <p:nvPr userDrawn="1"/>
        </p:nvSpPr>
        <p:spPr>
          <a:xfrm>
            <a:off x="10911840" y="855785"/>
            <a:ext cx="4592416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ctr" anchorCtr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800" b="1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SEÇÃO 3 – </a:t>
            </a:r>
            <a:r>
              <a:rPr lang="pt-BR" sz="1800" b="0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Relatório Final e Demonstração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4DDAA29E-80DC-4FA9-8CA9-0B794204646F}"/>
              </a:ext>
            </a:extLst>
          </p:cNvPr>
          <p:cNvSpPr txBox="1"/>
          <p:nvPr userDrawn="1"/>
        </p:nvSpPr>
        <p:spPr>
          <a:xfrm>
            <a:off x="6552247" y="1640232"/>
            <a:ext cx="694373" cy="276999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b" anchorCtr="0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800" b="1" kern="2400" spc="20" baseline="0" dirty="0">
                <a:solidFill>
                  <a:srgbClr val="9966FF"/>
                </a:solidFill>
                <a:latin typeface="+mn-lt"/>
                <a:ea typeface="+mn-ea"/>
                <a:cs typeface="+mn-cs"/>
              </a:rPr>
              <a:t>FASE 1</a:t>
            </a:r>
            <a:endParaRPr lang="pt-BR" sz="1800" b="1" kern="2400" spc="20" baseline="0" dirty="0">
              <a:solidFill>
                <a:srgbClr val="19266B"/>
              </a:solidFill>
            </a:endParaRPr>
          </a:p>
        </p:txBody>
      </p: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81EA03A3-A518-40FE-82AE-76B14F55C35D}"/>
              </a:ext>
            </a:extLst>
          </p:cNvPr>
          <p:cNvCxnSpPr>
            <a:cxnSpLocks/>
          </p:cNvCxnSpPr>
          <p:nvPr userDrawn="1"/>
        </p:nvCxnSpPr>
        <p:spPr>
          <a:xfrm>
            <a:off x="6149335" y="1783080"/>
            <a:ext cx="360000" cy="0"/>
          </a:xfrm>
          <a:prstGeom prst="straightConnector1">
            <a:avLst/>
          </a:prstGeom>
          <a:ln w="31750" cap="rnd">
            <a:solidFill>
              <a:srgbClr val="9966FF"/>
            </a:solidFill>
            <a:round/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172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Agrupar 2">
            <a:extLst>
              <a:ext uri="{FF2B5EF4-FFF2-40B4-BE49-F238E27FC236}">
                <a16:creationId xmlns:a16="http://schemas.microsoft.com/office/drawing/2014/main" id="{82144C86-8C2A-4B78-999A-5CC877FA25CC}"/>
              </a:ext>
            </a:extLst>
          </p:cNvPr>
          <p:cNvGrpSpPr/>
          <p:nvPr userDrawn="1"/>
        </p:nvGrpSpPr>
        <p:grpSpPr>
          <a:xfrm>
            <a:off x="817034" y="492441"/>
            <a:ext cx="14687222" cy="461349"/>
            <a:chOff x="551561" y="492441"/>
            <a:chExt cx="14687222" cy="461349"/>
          </a:xfrm>
        </p:grpSpPr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04E85A6B-7802-4FEF-A14A-0D20E0E4AB29}"/>
                </a:ext>
              </a:extLst>
            </p:cNvPr>
            <p:cNvSpPr/>
            <p:nvPr/>
          </p:nvSpPr>
          <p:spPr>
            <a:xfrm>
              <a:off x="2134783" y="834003"/>
              <a:ext cx="13104000" cy="52985"/>
            </a:xfrm>
            <a:prstGeom prst="rect">
              <a:avLst/>
            </a:prstGeom>
            <a:gradFill flip="none" rotWithShape="1">
              <a:gsLst>
                <a:gs pos="0">
                  <a:srgbClr val="C3A77A"/>
                </a:gs>
                <a:gs pos="80000">
                  <a:srgbClr val="53559B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32038F69-8C87-4F4F-9219-DFAB0D41BB2E}"/>
                </a:ext>
              </a:extLst>
            </p:cNvPr>
            <p:cNvPicPr/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551561" y="492441"/>
              <a:ext cx="1536269" cy="461349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A3E46545-5E91-4C76-87DB-86D3C5ED1CF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8688" y="2030470"/>
            <a:ext cx="14544674" cy="6840000"/>
          </a:xfrm>
          <a:prstGeom prst="rect">
            <a:avLst/>
          </a:prstGeom>
          <a:solidFill>
            <a:srgbClr val="EEEEFC"/>
          </a:solidFill>
        </p:spPr>
        <p:txBody>
          <a:bodyPr lIns="72000" tIns="72000" rIns="72000" bIns="7200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>
                    <a:lumMod val="75000"/>
                  </a:schemeClr>
                </a:solidFill>
              </a:defRPr>
            </a:lvl1pPr>
            <a:lvl2pPr marL="640080" indent="0">
              <a:buNone/>
              <a:defRPr sz="1400"/>
            </a:lvl2pPr>
            <a:lvl3pPr marL="1280160" indent="0">
              <a:buNone/>
              <a:defRPr sz="140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</a:lstStyle>
          <a:p>
            <a:pPr lvl="0"/>
            <a:r>
              <a:rPr lang="pt-BR" dirty="0"/>
              <a:t>Insira aqui sua resposta.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48614ED5-BD5E-4882-BF75-99FBC0D3D856}"/>
              </a:ext>
            </a:extLst>
          </p:cNvPr>
          <p:cNvSpPr txBox="1"/>
          <p:nvPr userDrawn="1"/>
        </p:nvSpPr>
        <p:spPr>
          <a:xfrm>
            <a:off x="10911840" y="855785"/>
            <a:ext cx="4592416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ctr" anchorCtr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800" b="1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SEÇÃO 3 – </a:t>
            </a:r>
            <a:r>
              <a:rPr lang="pt-BR" sz="1800" b="0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Relatório Final e Demonstração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A7302539-6AFF-4D13-B53D-029A813BF6D4}"/>
              </a:ext>
            </a:extLst>
          </p:cNvPr>
          <p:cNvSpPr txBox="1"/>
          <p:nvPr userDrawn="1"/>
        </p:nvSpPr>
        <p:spPr>
          <a:xfrm>
            <a:off x="928687" y="1640232"/>
            <a:ext cx="5182548" cy="276999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b" anchorCtr="0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800" b="1" kern="2400" spc="20" baseline="0" dirty="0">
                <a:solidFill>
                  <a:srgbClr val="19266B"/>
                </a:solidFill>
              </a:rPr>
              <a:t>a) </a:t>
            </a:r>
            <a:r>
              <a:rPr lang="pt-BR" sz="1800" b="1" kern="2400" spc="20" baseline="0" dirty="0">
                <a:solidFill>
                  <a:srgbClr val="19266B"/>
                </a:solidFill>
                <a:latin typeface="+mn-lt"/>
                <a:ea typeface="+mn-ea"/>
                <a:cs typeface="+mn-cs"/>
              </a:rPr>
              <a:t>RELATÓRIO DETALHADO DAS ETAPAS DO PROJETO</a:t>
            </a:r>
            <a:endParaRPr lang="pt-BR" sz="1800" b="1" kern="2400" spc="20" baseline="0" dirty="0">
              <a:solidFill>
                <a:srgbClr val="19266B"/>
              </a:solidFill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5BB95900-A88A-4501-998C-5A3CD6C28CA3}"/>
              </a:ext>
            </a:extLst>
          </p:cNvPr>
          <p:cNvSpPr txBox="1"/>
          <p:nvPr userDrawn="1"/>
        </p:nvSpPr>
        <p:spPr>
          <a:xfrm>
            <a:off x="6552247" y="1640232"/>
            <a:ext cx="694373" cy="276999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b" anchorCtr="0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800" b="1" kern="2400" spc="20" baseline="0" dirty="0">
                <a:solidFill>
                  <a:srgbClr val="9966FF"/>
                </a:solidFill>
                <a:latin typeface="+mn-lt"/>
                <a:ea typeface="+mn-ea"/>
                <a:cs typeface="+mn-cs"/>
              </a:rPr>
              <a:t>FASE 2</a:t>
            </a:r>
            <a:endParaRPr lang="pt-BR" sz="1800" b="1" kern="2400" spc="20" baseline="0" dirty="0">
              <a:solidFill>
                <a:srgbClr val="19266B"/>
              </a:solidFill>
            </a:endParaRPr>
          </a:p>
        </p:txBody>
      </p: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0021C97F-BFBD-483A-B0CF-0BB3A58BBEDC}"/>
              </a:ext>
            </a:extLst>
          </p:cNvPr>
          <p:cNvCxnSpPr>
            <a:cxnSpLocks/>
          </p:cNvCxnSpPr>
          <p:nvPr userDrawn="1"/>
        </p:nvCxnSpPr>
        <p:spPr>
          <a:xfrm>
            <a:off x="6149335" y="1783080"/>
            <a:ext cx="360000" cy="0"/>
          </a:xfrm>
          <a:prstGeom prst="straightConnector1">
            <a:avLst/>
          </a:prstGeom>
          <a:ln w="31750" cap="rnd">
            <a:solidFill>
              <a:srgbClr val="9966FF"/>
            </a:solidFill>
            <a:round/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51985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ço Reservado para Texto 9">
            <a:extLst>
              <a:ext uri="{FF2B5EF4-FFF2-40B4-BE49-F238E27FC236}">
                <a16:creationId xmlns:a16="http://schemas.microsoft.com/office/drawing/2014/main" id="{887BE0A0-DE67-4CB8-A3CC-BBC6D733AB2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43928" y="2295282"/>
            <a:ext cx="14544674" cy="6589955"/>
          </a:xfrm>
          <a:prstGeom prst="rect">
            <a:avLst/>
          </a:prstGeom>
          <a:solidFill>
            <a:srgbClr val="EEEEFC"/>
          </a:solidFill>
        </p:spPr>
        <p:txBody>
          <a:bodyPr lIns="72000" tIns="72000" rIns="72000" bIns="7200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>
                    <a:lumMod val="75000"/>
                  </a:schemeClr>
                </a:solidFill>
              </a:defRPr>
            </a:lvl1pPr>
            <a:lvl2pPr marL="640080" indent="0">
              <a:buNone/>
              <a:defRPr sz="1400"/>
            </a:lvl2pPr>
            <a:lvl3pPr marL="1280160" indent="0">
              <a:buNone/>
              <a:defRPr sz="140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</a:lstStyle>
          <a:p>
            <a:pPr lvl="0"/>
            <a:r>
              <a:rPr lang="pt-BR" dirty="0"/>
              <a:t>Cole aqui a imagem do seu fluxo.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40C1AF06-63D9-405D-94ED-2270CB6C71F7}"/>
              </a:ext>
            </a:extLst>
          </p:cNvPr>
          <p:cNvSpPr txBox="1"/>
          <p:nvPr userDrawn="1"/>
        </p:nvSpPr>
        <p:spPr>
          <a:xfrm>
            <a:off x="928687" y="1640232"/>
            <a:ext cx="8967788" cy="276999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b" anchorCtr="0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800" b="1" kern="2400" spc="20" baseline="0" dirty="0">
                <a:solidFill>
                  <a:srgbClr val="19266B"/>
                </a:solidFill>
              </a:rPr>
              <a:t>b) </a:t>
            </a:r>
            <a:r>
              <a:rPr lang="pt-BR" sz="1800" b="1" kern="2400" spc="20" baseline="0" dirty="0">
                <a:solidFill>
                  <a:srgbClr val="19266B"/>
                </a:solidFill>
                <a:latin typeface="+mn-lt"/>
                <a:ea typeface="+mn-ea"/>
                <a:cs typeface="+mn-cs"/>
              </a:rPr>
              <a:t>DEMONSTRAÇÃO PRÁTICA DE TODO O FLUXO DEVOPS IMPLEMENTADO</a:t>
            </a:r>
            <a:r>
              <a:rPr lang="pt-BR" sz="1800" b="1" kern="2400" spc="20" baseline="0" dirty="0">
                <a:solidFill>
                  <a:srgbClr val="19266B"/>
                </a:solidFill>
              </a:rPr>
              <a:t>:</a:t>
            </a: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82144C86-8C2A-4B78-999A-5CC877FA25CC}"/>
              </a:ext>
            </a:extLst>
          </p:cNvPr>
          <p:cNvGrpSpPr/>
          <p:nvPr userDrawn="1"/>
        </p:nvGrpSpPr>
        <p:grpSpPr>
          <a:xfrm>
            <a:off x="817034" y="492441"/>
            <a:ext cx="14687222" cy="461349"/>
            <a:chOff x="551561" y="492441"/>
            <a:chExt cx="14687222" cy="461349"/>
          </a:xfrm>
        </p:grpSpPr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04E85A6B-7802-4FEF-A14A-0D20E0E4AB29}"/>
                </a:ext>
              </a:extLst>
            </p:cNvPr>
            <p:cNvSpPr/>
            <p:nvPr/>
          </p:nvSpPr>
          <p:spPr>
            <a:xfrm>
              <a:off x="2134783" y="834003"/>
              <a:ext cx="13104000" cy="52985"/>
            </a:xfrm>
            <a:prstGeom prst="rect">
              <a:avLst/>
            </a:prstGeom>
            <a:gradFill flip="none" rotWithShape="1">
              <a:gsLst>
                <a:gs pos="0">
                  <a:srgbClr val="C3A77A"/>
                </a:gs>
                <a:gs pos="80000">
                  <a:srgbClr val="53559B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32038F69-8C87-4F4F-9219-DFAB0D41BB2E}"/>
                </a:ext>
              </a:extLst>
            </p:cNvPr>
            <p:cNvPicPr/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551561" y="492441"/>
              <a:ext cx="1536269" cy="461349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  <p:sp>
        <p:nvSpPr>
          <p:cNvPr id="8" name="CaixaDeTexto 7">
            <a:extLst>
              <a:ext uri="{FF2B5EF4-FFF2-40B4-BE49-F238E27FC236}">
                <a16:creationId xmlns:a16="http://schemas.microsoft.com/office/drawing/2014/main" id="{48614ED5-BD5E-4882-BF75-99FBC0D3D856}"/>
              </a:ext>
            </a:extLst>
          </p:cNvPr>
          <p:cNvSpPr txBox="1"/>
          <p:nvPr userDrawn="1"/>
        </p:nvSpPr>
        <p:spPr>
          <a:xfrm>
            <a:off x="10911840" y="855785"/>
            <a:ext cx="4592416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ctr" anchorCtr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800" b="1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SEÇÃO 3 – </a:t>
            </a:r>
            <a:r>
              <a:rPr lang="pt-BR" sz="1800" b="0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Relatório Final e Demonstração</a:t>
            </a:r>
          </a:p>
        </p:txBody>
      </p:sp>
      <p:graphicFrame>
        <p:nvGraphicFramePr>
          <p:cNvPr id="9" name="Tabela 8">
            <a:extLst>
              <a:ext uri="{FF2B5EF4-FFF2-40B4-BE49-F238E27FC236}">
                <a16:creationId xmlns:a16="http://schemas.microsoft.com/office/drawing/2014/main" id="{0DDD8283-02F4-4045-9B4D-1A191A056592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227435924"/>
              </p:ext>
            </p:extLst>
          </p:nvPr>
        </p:nvGraphicFramePr>
        <p:xfrm>
          <a:off x="1193799" y="1904081"/>
          <a:ext cx="14279563" cy="28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79563">
                  <a:extLst>
                    <a:ext uri="{9D8B030D-6E8A-4147-A177-3AD203B41FA5}">
                      <a16:colId xmlns:a16="http://schemas.microsoft.com/office/drawing/2014/main" val="1842292192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pt-BR" sz="1600" b="0" kern="2000" spc="-10" baseline="0" dirty="0">
                          <a:solidFill>
                            <a:srgbClr val="53559B"/>
                          </a:solidFill>
                        </a:rPr>
                        <a:t>Insira aqui a representação visual do Fluxograma completo com a demonstração de todas as etapas do pipeline de integração.</a:t>
                      </a:r>
                    </a:p>
                  </a:txBody>
                  <a:tcPr marL="0" marR="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6212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14060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aixaDeTexto 16">
            <a:extLst>
              <a:ext uri="{FF2B5EF4-FFF2-40B4-BE49-F238E27FC236}">
                <a16:creationId xmlns:a16="http://schemas.microsoft.com/office/drawing/2014/main" id="{40C1AF06-63D9-405D-94ED-2270CB6C71F7}"/>
              </a:ext>
            </a:extLst>
          </p:cNvPr>
          <p:cNvSpPr txBox="1"/>
          <p:nvPr userDrawn="1"/>
        </p:nvSpPr>
        <p:spPr>
          <a:xfrm>
            <a:off x="928687" y="1640232"/>
            <a:ext cx="6881813" cy="276999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b" anchorCtr="0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800" b="1" kern="2400" spc="20" baseline="0" dirty="0">
                <a:solidFill>
                  <a:srgbClr val="19266B"/>
                </a:solidFill>
              </a:rPr>
              <a:t>c) </a:t>
            </a:r>
            <a:r>
              <a:rPr lang="pt-BR" sz="1800" b="1" kern="2400" spc="20" baseline="0" dirty="0">
                <a:solidFill>
                  <a:srgbClr val="19266B"/>
                </a:solidFill>
                <a:latin typeface="+mn-lt"/>
                <a:ea typeface="+mn-ea"/>
                <a:cs typeface="+mn-cs"/>
              </a:rPr>
              <a:t>ANÁLISE DOS RESULTADOS E SUGESTÃO DE MELHORIAS FUTURAS</a:t>
            </a:r>
            <a:r>
              <a:rPr lang="pt-BR" sz="1800" b="1" kern="2400" spc="20" baseline="0" dirty="0">
                <a:solidFill>
                  <a:srgbClr val="19266B"/>
                </a:solidFill>
              </a:rPr>
              <a:t>:</a:t>
            </a: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82144C86-8C2A-4B78-999A-5CC877FA25CC}"/>
              </a:ext>
            </a:extLst>
          </p:cNvPr>
          <p:cNvGrpSpPr/>
          <p:nvPr userDrawn="1"/>
        </p:nvGrpSpPr>
        <p:grpSpPr>
          <a:xfrm>
            <a:off x="817034" y="492441"/>
            <a:ext cx="14687222" cy="461349"/>
            <a:chOff x="551561" y="492441"/>
            <a:chExt cx="14687222" cy="461349"/>
          </a:xfrm>
        </p:grpSpPr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04E85A6B-7802-4FEF-A14A-0D20E0E4AB29}"/>
                </a:ext>
              </a:extLst>
            </p:cNvPr>
            <p:cNvSpPr/>
            <p:nvPr/>
          </p:nvSpPr>
          <p:spPr>
            <a:xfrm>
              <a:off x="2134783" y="834003"/>
              <a:ext cx="13104000" cy="52985"/>
            </a:xfrm>
            <a:prstGeom prst="rect">
              <a:avLst/>
            </a:prstGeom>
            <a:gradFill flip="none" rotWithShape="1">
              <a:gsLst>
                <a:gs pos="0">
                  <a:srgbClr val="C3A77A"/>
                </a:gs>
                <a:gs pos="80000">
                  <a:srgbClr val="53559B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32038F69-8C87-4F4F-9219-DFAB0D41BB2E}"/>
                </a:ext>
              </a:extLst>
            </p:cNvPr>
            <p:cNvPicPr/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551561" y="492441"/>
              <a:ext cx="1536269" cy="461349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A3E46545-5E91-4C76-87DB-86D3C5ED1CF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8688" y="2030470"/>
            <a:ext cx="14544674" cy="6840000"/>
          </a:xfrm>
          <a:prstGeom prst="rect">
            <a:avLst/>
          </a:prstGeom>
          <a:solidFill>
            <a:srgbClr val="EEEEFC"/>
          </a:solidFill>
        </p:spPr>
        <p:txBody>
          <a:bodyPr lIns="72000" tIns="72000" rIns="72000" bIns="7200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>
                    <a:lumMod val="75000"/>
                  </a:schemeClr>
                </a:solidFill>
              </a:defRPr>
            </a:lvl1pPr>
            <a:lvl2pPr marL="640080" indent="0">
              <a:buNone/>
              <a:defRPr sz="1400"/>
            </a:lvl2pPr>
            <a:lvl3pPr marL="1280160" indent="0">
              <a:buNone/>
              <a:defRPr sz="140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</a:lstStyle>
          <a:p>
            <a:pPr lvl="0"/>
            <a:r>
              <a:rPr lang="pt-BR" dirty="0"/>
              <a:t>Insira aqui sua resposta.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48614ED5-BD5E-4882-BF75-99FBC0D3D856}"/>
              </a:ext>
            </a:extLst>
          </p:cNvPr>
          <p:cNvSpPr txBox="1"/>
          <p:nvPr userDrawn="1"/>
        </p:nvSpPr>
        <p:spPr>
          <a:xfrm>
            <a:off x="10911840" y="855785"/>
            <a:ext cx="4592416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ctr" anchorCtr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800" b="1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SEÇÃO 3 – </a:t>
            </a:r>
            <a:r>
              <a:rPr lang="pt-BR" sz="1800" b="0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Relatório Final e Demonstração</a:t>
            </a:r>
          </a:p>
        </p:txBody>
      </p:sp>
    </p:spTree>
    <p:extLst>
      <p:ext uri="{BB962C8B-B14F-4D97-AF65-F5344CB8AC3E}">
        <p14:creationId xmlns:p14="http://schemas.microsoft.com/office/powerpoint/2010/main" val="17473463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">
    <p:bg>
      <p:bgPr>
        <a:blipFill dpi="0" rotWithShape="1">
          <a:blip r:embed="rId2" cstate="email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69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B5952F1E-9BCB-47C9-8499-7411F93F85AC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biLevel thresh="2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7211025" y="4503298"/>
            <a:ext cx="1980000" cy="59460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09659164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79797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733" r:id="rId2"/>
    <p:sldLayoutId id="2147483696" r:id="rId3"/>
    <p:sldLayoutId id="2147483706" r:id="rId4"/>
    <p:sldLayoutId id="2147483734" r:id="rId5"/>
    <p:sldLayoutId id="2147483728" r:id="rId6"/>
    <p:sldLayoutId id="2147483730" r:id="rId7"/>
    <p:sldLayoutId id="2147483735" r:id="rId8"/>
    <p:sldLayoutId id="2147483731" r:id="rId9"/>
    <p:sldLayoutId id="2147483736" r:id="rId10"/>
    <p:sldLayoutId id="2147483739" r:id="rId11"/>
    <p:sldLayoutId id="2147483738" r:id="rId12"/>
    <p:sldLayoutId id="2147483694" r:id="rId13"/>
  </p:sldLayoutIdLst>
  <p:txStyles>
    <p:titleStyle>
      <a:lvl1pPr algn="l" defTabSz="1280160" rtl="0" eaLnBrk="1" latinLnBrk="0" hangingPunct="1">
        <a:lnSpc>
          <a:spcPct val="90000"/>
        </a:lnSpc>
        <a:spcBef>
          <a:spcPct val="0"/>
        </a:spcBef>
        <a:buNone/>
        <a:defRPr sz="61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0040" indent="-320040" algn="l" defTabSz="1280160" rtl="0" eaLnBrk="1" latinLnBrk="0" hangingPunct="1">
        <a:lnSpc>
          <a:spcPct val="90000"/>
        </a:lnSpc>
        <a:spcBef>
          <a:spcPts val="1400"/>
        </a:spcBef>
        <a:buFont typeface="Arial" panose="020B0604020202020204" pitchFamily="34" charset="0"/>
        <a:buChar char="•"/>
        <a:defRPr sz="3920" kern="1200">
          <a:solidFill>
            <a:schemeClr val="tx1"/>
          </a:solidFill>
          <a:latin typeface="+mn-lt"/>
          <a:ea typeface="+mn-ea"/>
          <a:cs typeface="+mn-cs"/>
        </a:defRPr>
      </a:lvl1pPr>
      <a:lvl2pPr marL="9601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2pPr>
      <a:lvl3pPr marL="16002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22402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88036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52044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41605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4406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801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56032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20040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38404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4805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1206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587" userDrawn="1">
          <p15:clr>
            <a:srgbClr val="F26B43"/>
          </p15:clr>
        </p15:guide>
        <p15:guide id="2" pos="9747" userDrawn="1">
          <p15:clr>
            <a:srgbClr val="F26B43"/>
          </p15:clr>
        </p15:guide>
        <p15:guide id="3" orient="horz" pos="461" userDrawn="1">
          <p15:clr>
            <a:srgbClr val="F26B43"/>
          </p15:clr>
        </p15:guide>
        <p15:guide id="4" pos="585" userDrawn="1">
          <p15:clr>
            <a:srgbClr val="F26B43"/>
          </p15:clr>
        </p15:guide>
        <p15:guide id="5" pos="5166" userDrawn="1">
          <p15:clr>
            <a:srgbClr val="F26B43"/>
          </p15:clr>
        </p15:guide>
        <p15:guide id="6" orient="horz" pos="892" userDrawn="1">
          <p15:clr>
            <a:srgbClr val="F26B43"/>
          </p15:clr>
        </p15:guide>
        <p15:guide id="7" orient="horz" pos="1028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89980E9-187B-41BE-8F52-63F0BAC645A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18370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50479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48784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74E2798D-2651-44FC-8A6B-CA3191F9DD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wrap="square"/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44445C"/>
                </a:solidFill>
              </a:rPr>
              <a:t>O pipeline da Fase 1 validava o código e parava ali. A Fase 2 acrescentou o workflow cd.yml, disparado por workflow_run: ele só começa depois que o CI termina verde no main. Nenhuma imagem é publicada a partir de código que não passou nos testes.</a:t>
            </a:r>
            <a:endParaRPr lang="pt-BR"/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600" b="1">
                <a:solidFill>
                  <a:srgbClr val="19266B"/>
                </a:solidFill>
              </a:rPr>
              <a:t>Etapas da entrega contínua — .github/workflows/cd.yml</a:t>
            </a:r>
          </a:p>
          <a:p>
            <a:pPr marL="228600" indent="-228600">
              <a:buFont typeface="Arial"/>
              <a:buChar char="•"/>
              <a:spcBef>
                <a:spcPts val="200"/>
              </a:spcBef>
              <a:spcAft>
                <a:spcPts val="400"/>
              </a:spcAft>
            </a:pPr>
            <a:r>
              <a:rPr sz="1500" b="1">
                <a:solidFill>
                  <a:srgbClr val="393683"/>
                </a:solidFill>
              </a:rPr>
              <a:t>build — </a:t>
            </a:r>
            <a:r>
              <a:rPr sz="1500" b="0">
                <a:solidFill>
                  <a:srgbClr val="44445C"/>
                </a:solidFill>
              </a:rPr>
              <a:t>constrói as duas imagens em multi-stage e publica no GitHub Container Registry com a tag do commit e a tag latest.</a:t>
            </a:r>
          </a:p>
          <a:p>
            <a:pPr marL="228600" indent="-228600">
              <a:buFont typeface="Arial"/>
              <a:buChar char="•"/>
              <a:spcBef>
                <a:spcPts val="200"/>
              </a:spcBef>
              <a:spcAft>
                <a:spcPts val="400"/>
              </a:spcAft>
            </a:pPr>
            <a:r>
              <a:rPr sz="1500" b="1">
                <a:solidFill>
                  <a:srgbClr val="393683"/>
                </a:solidFill>
              </a:rPr>
              <a:t>varredura — </a:t>
            </a:r>
            <a:r>
              <a:rPr sz="1500" b="0">
                <a:solidFill>
                  <a:srgbClr val="44445C"/>
                </a:solidFill>
              </a:rPr>
              <a:t>Trivy nas imagens publicadas; uma vulnerabilidade CRITICAL ou HIGH com correção disponível interrompe o pipeline antes de qualquer ambiente.</a:t>
            </a:r>
          </a:p>
          <a:p>
            <a:pPr marL="228600" indent="-228600">
              <a:buFont typeface="Arial"/>
              <a:buChar char="•"/>
              <a:spcBef>
                <a:spcPts val="200"/>
              </a:spcBef>
              <a:spcAft>
                <a:spcPts val="400"/>
              </a:spcAft>
            </a:pPr>
            <a:r>
              <a:rPr sz="1500" b="1">
                <a:solidFill>
                  <a:srgbClr val="393683"/>
                </a:solidFill>
              </a:rPr>
              <a:t>staging — </a:t>
            </a:r>
            <a:r>
              <a:rPr sz="1500" b="0">
                <a:solidFill>
                  <a:srgbClr val="44445C"/>
                </a:solidFill>
              </a:rPr>
              <a:t>executa scripts/deploy.sh staging; o deploy só é considerado bem-sucedido depois que o smoke test passa.</a:t>
            </a:r>
          </a:p>
          <a:p>
            <a:pPr marL="228600" indent="-228600">
              <a:buFont typeface="Arial"/>
              <a:buChar char="•"/>
              <a:spcBef>
                <a:spcPts val="200"/>
              </a:spcBef>
              <a:spcAft>
                <a:spcPts val="400"/>
              </a:spcAft>
            </a:pPr>
            <a:r>
              <a:rPr sz="1500" b="1">
                <a:solidFill>
                  <a:srgbClr val="393683"/>
                </a:solidFill>
              </a:rPr>
              <a:t>produção — </a:t>
            </a:r>
            <a:r>
              <a:rPr sz="1500" b="0">
                <a:solidFill>
                  <a:srgbClr val="44445C"/>
                </a:solidFill>
              </a:rPr>
              <a:t>protegida por GitHub Environment com aprovação manual: a etapa fica parada até um revisor autorizar. É a diferença entre entrega contínua e implantação contínua — a decisão de publicar continua sendo humana, mas tudo antes dela é automático e repetível.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600" b="1">
                <a:solidFill>
                  <a:srgbClr val="19266B"/>
                </a:solidFill>
              </a:rPr>
              <a:t>O pipeline de integração contínua também cresceu</a:t>
            </a:r>
          </a:p>
          <a:p>
            <a:pPr marL="228600" indent="-228600">
              <a:buFont typeface="Arial"/>
              <a:buChar char="•"/>
              <a:spcBef>
                <a:spcPts val="200"/>
              </a:spcBef>
              <a:spcAft>
                <a:spcPts val="400"/>
              </a:spcAft>
            </a:pPr>
            <a:r>
              <a:rPr sz="1500" b="1">
                <a:solidFill>
                  <a:srgbClr val="393683"/>
                </a:solidFill>
              </a:rPr>
              <a:t>integracao — </a:t>
            </a:r>
            <a:r>
              <a:rPr sz="1500" b="0">
                <a:solidFill>
                  <a:srgbClr val="44445C"/>
                </a:solidFill>
              </a:rPr>
              <a:t>sobe a stack completa em containers e confirma que o front-end responde, que o proxy /api chega até a API, que o Prometheus está coletando métricas e que o container não roda como root.</a:t>
            </a:r>
          </a:p>
          <a:p>
            <a:pPr marL="228600" indent="-228600">
              <a:buFont typeface="Arial"/>
              <a:buChar char="•"/>
              <a:spcBef>
                <a:spcPts val="200"/>
              </a:spcBef>
              <a:spcAft>
                <a:spcPts val="400"/>
              </a:spcAft>
            </a:pPr>
            <a:r>
              <a:rPr sz="1500" b="1">
                <a:solidFill>
                  <a:srgbClr val="393683"/>
                </a:solidFill>
              </a:rPr>
              <a:t>manifestos — </a:t>
            </a:r>
            <a:r>
              <a:rPr sz="1500" b="0">
                <a:solidFill>
                  <a:srgbClr val="44445C"/>
                </a:solidFill>
              </a:rPr>
              <a:t>valida os manifests do Kubernetes contra o esquema oficial com o kubeconform.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600" b="1">
                <a:solidFill>
                  <a:srgbClr val="19266B"/>
                </a:solidFill>
              </a:rPr>
              <a:t>Rollback automático e troca de versão sem indisponibilidade</a:t>
            </a:r>
          </a:p>
          <a:p>
            <a:pPr marL="228600" indent="-228600">
              <a:buFont typeface="Arial"/>
              <a:buChar char="•"/>
              <a:spcBef>
                <a:spcPts val="200"/>
              </a:spcBef>
              <a:spcAft>
                <a:spcPts val="400"/>
              </a:spcAft>
            </a:pPr>
            <a:r>
              <a:rPr sz="1500" b="0">
                <a:solidFill>
                  <a:srgbClr val="44445C"/>
                </a:solidFill>
              </a:rPr>
              <a:t>O deploy.sh registra a imagem que estava no ar antes de mexer em qualquer coisa. Se o smoke test reprovar, ele mesmo chama o rollback.sh; no Kubernetes, o deploy-k8s.sh usa kubectl rollout undo quando o rollout não conclui no prazo.</a:t>
            </a:r>
          </a:p>
          <a:p>
            <a:pPr marL="228600" indent="-228600">
              <a:buFont typeface="Arial"/>
              <a:buChar char="•"/>
              <a:spcBef>
                <a:spcPts val="200"/>
              </a:spcBef>
              <a:spcAft>
                <a:spcPts val="400"/>
              </a:spcAft>
            </a:pPr>
            <a:r>
              <a:rPr sz="1500" b="0">
                <a:solidFill>
                  <a:srgbClr val="44445C"/>
                </a:solidFill>
              </a:rPr>
              <a:t>Sondas /health (liveness) e /ready (readiness) separadas, encerramento gracioso em SIGTERM e maxUnavailable: 0 nos Deployments: o pod antigo só cai depois que o novo aceita tráfego.</a:t>
            </a:r>
          </a:p>
        </p:txBody>
      </p:sp>
    </p:spTree>
    <p:extLst>
      <p:ext uri="{BB962C8B-B14F-4D97-AF65-F5344CB8AC3E}">
        <p14:creationId xmlns:p14="http://schemas.microsoft.com/office/powerpoint/2010/main" val="40660445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99296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5181BE6-E915-4A13-8BF5-110E693F1C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wrap="square"/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600" b="1">
                <a:solidFill>
                  <a:srgbClr val="19266B"/>
                </a:solidFill>
              </a:rPr>
              <a:t>Repositório</a:t>
            </a:r>
            <a:endParaRPr lang="pt-BR"/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44445C"/>
                </a:solidFill>
              </a:rPr>
              <a:t>https://github.com/SophiAoAmaral/Devops-fase1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44445C"/>
                </a:solidFill>
              </a:rPr>
              <a:t>A entrega da Fase 2 está na branch claude/projeto-fase-2-i2cfuu.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600" b="1">
                <a:solidFill>
                  <a:srgbClr val="19266B"/>
                </a:solidFill>
              </a:rPr>
              <a:t>Arquivos de containerização</a:t>
            </a:r>
          </a:p>
          <a:p>
            <a:pPr marL="228600" indent="-228600">
              <a:buFont typeface="Arial"/>
              <a:buChar char="•"/>
              <a:spcBef>
                <a:spcPts val="200"/>
              </a:spcBef>
              <a:spcAft>
                <a:spcPts val="400"/>
              </a:spcAft>
            </a:pPr>
            <a:r>
              <a:rPr sz="1500" b="1">
                <a:solidFill>
                  <a:srgbClr val="393683"/>
                </a:solidFill>
              </a:rPr>
              <a:t>backend/Dockerfile — </a:t>
            </a:r>
            <a:r>
              <a:rPr sz="1500" b="0">
                <a:solidFill>
                  <a:srgbClr val="44445C"/>
                </a:solidFill>
              </a:rPr>
              <a:t>imagem da API em dois estágios: o primeiro instala apenas as dependências de produção e o segundo monta a imagem final, sem cache do npm e sem devDependencies.</a:t>
            </a:r>
          </a:p>
          <a:p>
            <a:pPr marL="228600" indent="-228600">
              <a:buFont typeface="Arial"/>
              <a:buChar char="•"/>
              <a:spcBef>
                <a:spcPts val="200"/>
              </a:spcBef>
              <a:spcAft>
                <a:spcPts val="400"/>
              </a:spcAft>
            </a:pPr>
            <a:r>
              <a:rPr sz="1500" b="1">
                <a:solidFill>
                  <a:srgbClr val="393683"/>
                </a:solidFill>
              </a:rPr>
              <a:t>frontend/Dockerfile — </a:t>
            </a:r>
            <a:r>
              <a:rPr sz="1500" b="0">
                <a:solidFill>
                  <a:srgbClr val="44445C"/>
                </a:solidFill>
              </a:rPr>
              <a:t>compila com o Vite e entrega os arquivos estáticos ao nginx; a imagem final não carrega Node nem código-fonte.</a:t>
            </a:r>
          </a:p>
          <a:p>
            <a:pPr marL="228600" indent="-228600">
              <a:buFont typeface="Arial"/>
              <a:buChar char="•"/>
              <a:spcBef>
                <a:spcPts val="200"/>
              </a:spcBef>
              <a:spcAft>
                <a:spcPts val="400"/>
              </a:spcAft>
            </a:pPr>
            <a:r>
              <a:rPr sz="1500" b="1">
                <a:solidFill>
                  <a:srgbClr val="393683"/>
                </a:solidFill>
              </a:rPr>
              <a:t>frontend/nginx.conf — </a:t>
            </a:r>
            <a:r>
              <a:rPr sz="1500" b="0">
                <a:solidFill>
                  <a:srgbClr val="44445C"/>
                </a:solidFill>
              </a:rPr>
              <a:t>serve a aplicação de página única e encaminha /api para o container da API, de modo que o navegador fala com uma única origem e o CORS não precisa ficar aberto em produção.</a:t>
            </a:r>
          </a:p>
          <a:p>
            <a:pPr marL="228600" indent="-228600">
              <a:buFont typeface="Arial"/>
              <a:buChar char="•"/>
              <a:spcBef>
                <a:spcPts val="200"/>
              </a:spcBef>
              <a:spcAft>
                <a:spcPts val="400"/>
              </a:spcAft>
            </a:pPr>
            <a:r>
              <a:rPr sz="1500" b="1">
                <a:solidFill>
                  <a:srgbClr val="393683"/>
                </a:solidFill>
              </a:rPr>
              <a:t>docker-compose.yml — </a:t>
            </a:r>
            <a:r>
              <a:rPr sz="1500" b="0">
                <a:solidFill>
                  <a:srgbClr val="44445C"/>
                </a:solidFill>
              </a:rPr>
              <a:t>orquestra back-end, front-end, Prometheus e Grafana em uma rede dedicada; o front-end só sobe depois que a API responde /ready.</a:t>
            </a:r>
          </a:p>
          <a:p>
            <a:pPr marL="228600" indent="-228600">
              <a:buFont typeface="Arial"/>
              <a:buChar char="•"/>
              <a:spcBef>
                <a:spcPts val="200"/>
              </a:spcBef>
              <a:spcAft>
                <a:spcPts val="400"/>
              </a:spcAft>
            </a:pPr>
            <a:r>
              <a:rPr sz="1500" b="1">
                <a:solidFill>
                  <a:srgbClr val="393683"/>
                </a:solidFill>
              </a:rPr>
              <a:t>k8s/ — </a:t>
            </a:r>
            <a:r>
              <a:rPr sz="1500" b="0">
                <a:solidFill>
                  <a:srgbClr val="44445C"/>
                </a:solidFill>
              </a:rPr>
              <a:t>manifests do Kubernetes: Namespace, ConfigMap, Deployments, Services, Ingress, HorizontalPodAutoscaler e NetworkPolicy.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600" b="1">
                <a:solidFill>
                  <a:srgbClr val="19266B"/>
                </a:solidFill>
              </a:rPr>
              <a:t>Boas práticas aplicadas</a:t>
            </a:r>
          </a:p>
          <a:p>
            <a:pPr marL="228600" indent="-228600">
              <a:buFont typeface="Arial"/>
              <a:buChar char="•"/>
              <a:spcBef>
                <a:spcPts val="200"/>
              </a:spcBef>
              <a:spcAft>
                <a:spcPts val="400"/>
              </a:spcAft>
            </a:pPr>
            <a:r>
              <a:rPr sz="1500" b="0">
                <a:solidFill>
                  <a:srgbClr val="44445C"/>
                </a:solidFill>
              </a:rPr>
              <a:t>Os containers rodam com usuário sem privilégios (USER node) — o CI falha se a API subir como root.</a:t>
            </a:r>
          </a:p>
          <a:p>
            <a:pPr marL="228600" indent="-228600">
              <a:buFont typeface="Arial"/>
              <a:buChar char="•"/>
              <a:spcBef>
                <a:spcPts val="200"/>
              </a:spcBef>
              <a:spcAft>
                <a:spcPts val="400"/>
              </a:spcAft>
            </a:pPr>
            <a:r>
              <a:rPr sz="1500" b="0">
                <a:solidFill>
                  <a:srgbClr val="44445C"/>
                </a:solidFill>
              </a:rPr>
              <a:t>HEALTHCHECK declarado nas duas imagens e depends_on com condition: service_healthy no compose.</a:t>
            </a:r>
          </a:p>
          <a:p>
            <a:pPr marL="228600" indent="-228600">
              <a:buFont typeface="Arial"/>
              <a:buChar char="•"/>
              <a:spcBef>
                <a:spcPts val="200"/>
              </a:spcBef>
              <a:spcAft>
                <a:spcPts val="400"/>
              </a:spcAft>
            </a:pPr>
            <a:r>
              <a:rPr sz="1500" b="0">
                <a:solidFill>
                  <a:srgbClr val="44445C"/>
                </a:solidFill>
              </a:rPr>
              <a:t>O .dockerignore impede que .env, .git, node_modules e os testes entrem no contexto de build.</a:t>
            </a:r>
          </a:p>
          <a:p>
            <a:pPr marL="228600" indent="-228600">
              <a:buFont typeface="Arial"/>
              <a:buChar char="•"/>
              <a:spcBef>
                <a:spcPts val="200"/>
              </a:spcBef>
              <a:spcAft>
                <a:spcPts val="400"/>
              </a:spcAft>
            </a:pPr>
            <a:r>
              <a:rPr sz="1500" b="0">
                <a:solidFill>
                  <a:srgbClr val="44445C"/>
                </a:solidFill>
              </a:rPr>
              <a:t>No Kubernetes: runAsNonRoot, readOnlyRootFilesystem, capabilities drop ALL, requests e limits de CPU e memória, e NetworkPolicy restringindo quem alcança a porta 3000.</a:t>
            </a:r>
          </a:p>
        </p:txBody>
      </p:sp>
    </p:spTree>
    <p:extLst>
      <p:ext uri="{BB962C8B-B14F-4D97-AF65-F5344CB8AC3E}">
        <p14:creationId xmlns:p14="http://schemas.microsoft.com/office/powerpoint/2010/main" val="12601395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10E8DC6-4F7E-49E7-B7FF-313F6C650D2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wrap="square"/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600" b="1">
                <a:solidFill>
                  <a:srgbClr val="19266B"/>
                </a:solidFill>
              </a:rPr>
              <a:t>Repositório — diretório scripts/</a:t>
            </a:r>
            <a:endParaRPr lang="pt-BR"/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44445C"/>
                </a:solidFill>
              </a:rPr>
              <a:t>https://github.com/SophiAoAmaral/Devops-fase1   (branch claude/projeto-fase-2-i2cfuu)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600" b="1">
                <a:solidFill>
                  <a:srgbClr val="19266B"/>
                </a:solidFill>
              </a:rPr>
              <a:t>Scripts entregues</a:t>
            </a:r>
          </a:p>
          <a:p>
            <a:pPr marL="228600" indent="-228600">
              <a:buFont typeface="Arial"/>
              <a:buChar char="•"/>
              <a:spcBef>
                <a:spcPts val="200"/>
              </a:spcBef>
              <a:spcAft>
                <a:spcPts val="400"/>
              </a:spcAft>
            </a:pPr>
            <a:r>
              <a:rPr sz="1500" b="1">
                <a:solidFill>
                  <a:srgbClr val="393683"/>
                </a:solidFill>
              </a:rPr>
              <a:t>scripts/deploy.sh — </a:t>
            </a:r>
            <a:r>
              <a:rPr sz="1500" b="0">
                <a:solidFill>
                  <a:srgbClr val="44445C"/>
                </a:solidFill>
              </a:rPr>
              <a:t>sobe a stack nos ambientes local, staging ou produção. Constrói ou baixa as imagens, registra a versão que estava no ar, sobe os containers e só devolve sucesso depois que o smoke test passa; se reprovar, aciona o rollback sozinho.</a:t>
            </a:r>
          </a:p>
          <a:p>
            <a:pPr marL="228600" indent="-228600">
              <a:buFont typeface="Arial"/>
              <a:buChar char="•"/>
              <a:spcBef>
                <a:spcPts val="200"/>
              </a:spcBef>
              <a:spcAft>
                <a:spcPts val="400"/>
              </a:spcAft>
            </a:pPr>
            <a:r>
              <a:rPr sz="1500" b="1">
                <a:solidFill>
                  <a:srgbClr val="393683"/>
                </a:solidFill>
              </a:rPr>
              <a:t>scripts/smoke-test.sh — </a:t>
            </a:r>
            <a:r>
              <a:rPr sz="1500" b="0">
                <a:solidFill>
                  <a:srgbClr val="44445C"/>
                </a:solidFill>
              </a:rPr>
              <a:t>espera a API ficar pronta e roda nove verificações: health, ready, metrics, listagem, 404 de pet inexistente, 400 de validação, criação, remoção e conferência de que as métricas contabilizaram o tráfego.</a:t>
            </a:r>
          </a:p>
          <a:p>
            <a:pPr marL="228600" indent="-228600">
              <a:buFont typeface="Arial"/>
              <a:buChar char="•"/>
              <a:spcBef>
                <a:spcPts val="200"/>
              </a:spcBef>
              <a:spcAft>
                <a:spcPts val="400"/>
              </a:spcAft>
            </a:pPr>
            <a:r>
              <a:rPr sz="1500" b="1">
                <a:solidFill>
                  <a:srgbClr val="393683"/>
                </a:solidFill>
              </a:rPr>
              <a:t>scripts/rollback.sh — </a:t>
            </a:r>
            <a:r>
              <a:rPr sz="1500" b="0">
                <a:solidFill>
                  <a:srgbClr val="44445C"/>
                </a:solidFill>
              </a:rPr>
              <a:t>restaura a imagem anterior registrada pelo deploy, ou uma tag informada na linha de comando, e revalida com o smoke test.</a:t>
            </a:r>
          </a:p>
          <a:p>
            <a:pPr marL="228600" indent="-228600">
              <a:buFont typeface="Arial"/>
              <a:buChar char="•"/>
              <a:spcBef>
                <a:spcPts val="200"/>
              </a:spcBef>
              <a:spcAft>
                <a:spcPts val="400"/>
              </a:spcAft>
            </a:pPr>
            <a:r>
              <a:rPr sz="1500" b="1">
                <a:solidFill>
                  <a:srgbClr val="393683"/>
                </a:solidFill>
              </a:rPr>
              <a:t>scripts/deploy-k8s.sh — </a:t>
            </a:r>
            <a:r>
              <a:rPr sz="1500" b="0">
                <a:solidFill>
                  <a:srgbClr val="44445C"/>
                </a:solidFill>
              </a:rPr>
              <a:t>aplica os manifests, aponta os Deployments para a tag desejada e aguarda o rollout; se ele não concluir no prazo, executa kubectl rollout undo automaticamente.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600" b="1">
                <a:solidFill>
                  <a:srgbClr val="19266B"/>
                </a:solidFill>
              </a:rPr>
              <a:t>Como executar</a:t>
            </a:r>
          </a:p>
          <a:p>
            <a:pPr marL="228600" indent="-228600">
              <a:buFont typeface="Arial"/>
              <a:buChar char="•"/>
              <a:spcBef>
                <a:spcPts val="200"/>
              </a:spcBef>
              <a:spcAft>
                <a:spcPts val="400"/>
              </a:spcAft>
            </a:pPr>
            <a:r>
              <a:rPr sz="1500" b="1">
                <a:solidFill>
                  <a:srgbClr val="393683"/>
                </a:solidFill>
              </a:rPr>
              <a:t>./scripts/deploy.sh local</a:t>
            </a:r>
            <a:r>
              <a:rPr sz="1500" b="0">
                <a:solidFill>
                  <a:srgbClr val="44445C"/>
                </a:solidFill>
              </a:rPr>
              <a:t>   sobe toda a stack em um comando.</a:t>
            </a:r>
          </a:p>
          <a:p>
            <a:pPr marL="228600" indent="-228600">
              <a:buFont typeface="Arial"/>
              <a:buChar char="•"/>
              <a:spcBef>
                <a:spcPts val="200"/>
              </a:spcBef>
              <a:spcAft>
                <a:spcPts val="400"/>
              </a:spcAft>
            </a:pPr>
            <a:r>
              <a:rPr sz="1500" b="0">
                <a:solidFill>
                  <a:srgbClr val="44445C"/>
                </a:solidFill>
              </a:rPr>
              <a:t>Aplicação em localhost:8080 · API em localhost:3000 · Prometheus em localhost:9090 · Grafana em localhost:3001.</a:t>
            </a:r>
          </a:p>
          <a:p>
            <a:pPr marL="228600" indent="-228600">
              <a:buFont typeface="Arial"/>
              <a:buChar char="•"/>
              <a:spcBef>
                <a:spcPts val="200"/>
              </a:spcBef>
              <a:spcAft>
                <a:spcPts val="400"/>
              </a:spcAft>
            </a:pPr>
            <a:r>
              <a:rPr sz="1500" b="0">
                <a:solidFill>
                  <a:srgbClr val="44445C"/>
                </a:solidFill>
              </a:rPr>
              <a:t>O pipeline de CD chama exatamente esses mesmos scripts, então o que roda na máquina do time é o mesmo código que roda em produção.</a:t>
            </a:r>
          </a:p>
        </p:txBody>
      </p:sp>
    </p:spTree>
    <p:extLst>
      <p:ext uri="{BB962C8B-B14F-4D97-AF65-F5344CB8AC3E}">
        <p14:creationId xmlns:p14="http://schemas.microsoft.com/office/powerpoint/2010/main" val="42503455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36670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21D21805-13EB-4C4A-8CBD-41CEE10D79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wrap="square"/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44445C"/>
                </a:solidFill>
              </a:rPr>
              <a:t>O PetHub é uma API de cadastro de pets com interface web. A Fase 1 montou a fundação: aplicação testada, pipeline de integração contínua e infraestrutura descrita em código.</a:t>
            </a:r>
            <a:endParaRPr lang="pt-BR"/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600" b="1">
                <a:solidFill>
                  <a:srgbClr val="19266B"/>
                </a:solidFill>
              </a:rPr>
              <a:t>Aplicação</a:t>
            </a:r>
          </a:p>
          <a:p>
            <a:pPr marL="228600" indent="-228600">
              <a:buFont typeface="Arial"/>
              <a:buChar char="•"/>
              <a:spcBef>
                <a:spcPts val="200"/>
              </a:spcBef>
              <a:spcAft>
                <a:spcPts val="400"/>
              </a:spcAft>
            </a:pPr>
            <a:r>
              <a:rPr sz="1500" b="0">
                <a:solidFill>
                  <a:srgbClr val="44445C"/>
                </a:solidFill>
              </a:rPr>
              <a:t>API REST em Node.js e Express com quatro rotas de negócio e uma de verificação. A validação de entrada fica isolada em backend/src/pets.js, o que permite testá-la sem subir servidor. A interface é uma página React que consome essa API.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600" b="1">
                <a:solidFill>
                  <a:srgbClr val="19266B"/>
                </a:solidFill>
              </a:rPr>
              <a:t>Testes automatizados</a:t>
            </a:r>
          </a:p>
          <a:p>
            <a:pPr marL="228600" indent="-228600">
              <a:buFont typeface="Arial"/>
              <a:buChar char="•"/>
              <a:spcBef>
                <a:spcPts val="200"/>
              </a:spcBef>
              <a:spcAft>
                <a:spcPts val="400"/>
              </a:spcAft>
            </a:pPr>
            <a:r>
              <a:rPr sz="1500" b="0">
                <a:solidFill>
                  <a:srgbClr val="44445C"/>
                </a:solidFill>
              </a:rPr>
              <a:t>Jest e Supertest no back-end, Vitest e Testing Library no front-end. Cobrem o caminho feliz e os de erro: pet inexistente devolve 404, corpo inválido devolve 400 com a lista de problemas e espécie fora da lista é recusada.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600" b="1">
                <a:solidFill>
                  <a:srgbClr val="19266B"/>
                </a:solidFill>
              </a:rPr>
              <a:t>Pipeline de integração contínua</a:t>
            </a:r>
          </a:p>
          <a:p>
            <a:pPr marL="228600" indent="-228600">
              <a:buFont typeface="Arial"/>
              <a:buChar char="•"/>
              <a:spcBef>
                <a:spcPts val="200"/>
              </a:spcBef>
              <a:spcAft>
                <a:spcPts val="400"/>
              </a:spcAft>
            </a:pPr>
            <a:r>
              <a:rPr sz="1500" b="0">
                <a:solidFill>
                  <a:srgbClr val="44445C"/>
                </a:solidFill>
              </a:rPr>
              <a:t>O ci.yml roda a cada push e pull request no main, em jobs paralelos de back-end, front-end e infraestrutura. Cada um executa lint, testes e build; o build do front-end vira artefato.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600" b="1">
                <a:solidFill>
                  <a:srgbClr val="19266B"/>
                </a:solidFill>
              </a:rPr>
              <a:t>Infraestrutura como código</a:t>
            </a:r>
          </a:p>
          <a:p>
            <a:pPr marL="228600" indent="-228600">
              <a:buFont typeface="Arial"/>
              <a:buChar char="•"/>
              <a:spcBef>
                <a:spcPts val="200"/>
              </a:spcBef>
              <a:spcAft>
                <a:spcPts val="400"/>
              </a:spcAft>
            </a:pPr>
            <a:r>
              <a:rPr sz="1500" b="0">
                <a:solidFill>
                  <a:srgbClr val="44445C"/>
                </a:solidFill>
              </a:rPr>
              <a:t>Terraform descrevendo VPC, sub-rede pública, internet gateway, tabela de rotas, security group, repositório ECR para as imagens e bucket S3 para o front-end, já com acesso público bloqueado e criptografia AES256.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600" b="1">
                <a:solidFill>
                  <a:srgbClr val="19266B"/>
                </a:solidFill>
              </a:rPr>
              <a:t>O que ficou em aberto</a:t>
            </a:r>
          </a:p>
          <a:p>
            <a:pPr marL="228600" indent="-228600">
              <a:buFont typeface="Arial"/>
              <a:buChar char="•"/>
              <a:spcBef>
                <a:spcPts val="200"/>
              </a:spcBef>
              <a:spcAft>
                <a:spcPts val="400"/>
              </a:spcAft>
            </a:pPr>
            <a:r>
              <a:rPr sz="1500" b="0">
                <a:solidFill>
                  <a:srgbClr val="44445C"/>
                </a:solidFill>
              </a:rPr>
              <a:t>O CI provava que o código estava correto e parava ali: não havia entrega automatizada, a aplicação não rodava em containers, não existia visibilidade sobre o comportamento em execução e a segurança dependia de revisão manual. São esses quatro pontos que a Fase 2 resolve.</a:t>
            </a:r>
          </a:p>
        </p:txBody>
      </p:sp>
    </p:spTree>
    <p:extLst>
      <p:ext uri="{BB962C8B-B14F-4D97-AF65-F5344CB8AC3E}">
        <p14:creationId xmlns:p14="http://schemas.microsoft.com/office/powerpoint/2010/main" val="32971699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36C2A04-613C-4F1D-AEBB-6742608F701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wrap="square"/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600" b="1">
                <a:solidFill>
                  <a:srgbClr val="19266B"/>
                </a:solidFill>
              </a:rPr>
              <a:t>1. Entrega contínua</a:t>
            </a:r>
            <a:endParaRPr lang="pt-BR"/>
          </a:p>
          <a:p>
            <a:pPr marL="228600" indent="-228600">
              <a:buFont typeface="Arial"/>
              <a:buChar char="•"/>
              <a:spcBef>
                <a:spcPts val="200"/>
              </a:spcBef>
              <a:spcAft>
                <a:spcPts val="400"/>
              </a:spcAft>
            </a:pPr>
            <a:r>
              <a:rPr sz="1500" b="0">
                <a:solidFill>
                  <a:srgbClr val="44445C"/>
                </a:solidFill>
              </a:rPr>
              <a:t>O cd.yml só dispara depois que o CI passa no main. Publica as imagens no GHCR, varre com Trivy, implanta em staging com smoke test obrigatório e aguarda aprovação humana para produção. Um deploy que falha no smoke test é revertido automaticamente.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600" b="1">
                <a:solidFill>
                  <a:srgbClr val="19266B"/>
                </a:solidFill>
              </a:rPr>
              <a:t>2. Containers e orquestração</a:t>
            </a:r>
          </a:p>
          <a:p>
            <a:pPr marL="228600" indent="-228600">
              <a:buFont typeface="Arial"/>
              <a:buChar char="•"/>
              <a:spcBef>
                <a:spcPts val="200"/>
              </a:spcBef>
              <a:spcAft>
                <a:spcPts val="400"/>
              </a:spcAft>
            </a:pPr>
            <a:r>
              <a:rPr sz="1500" b="0">
                <a:solidFill>
                  <a:srgbClr val="44445C"/>
                </a:solidFill>
              </a:rPr>
              <a:t>Dockerfiles multi-stage para a API e para o front-end, com usuário sem privilégios e HEALTHCHECK. O docker-compose.yml sobe a stack inteira; os manifests em k8s/ levam a mesma stack para um cluster, com duas réplicas, rolling update sem indisponibilidade, probes, limites de recurso, HPA de 2 a 6 réplicas e NetworkPolicy.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600" b="1">
                <a:solidFill>
                  <a:srgbClr val="19266B"/>
                </a:solidFill>
              </a:rPr>
              <a:t>3. Monitoramento</a:t>
            </a:r>
          </a:p>
          <a:p>
            <a:pPr marL="228600" indent="-228600">
              <a:buFont typeface="Arial"/>
              <a:buChar char="•"/>
              <a:spcBef>
                <a:spcPts val="200"/>
              </a:spcBef>
              <a:spcAft>
                <a:spcPts val="400"/>
              </a:spcAft>
            </a:pPr>
            <a:r>
              <a:rPr sz="1500" b="0">
                <a:solidFill>
                  <a:srgbClr val="44445C"/>
                </a:solidFill>
              </a:rPr>
              <a:t>A API expõe /metrics no formato do Prometheus, com as métricas do processo e três próprias: total de requisições, histograma de duração e quantidade de pets cadastrados. O rótulo de rota usa o padrão do Express (/api/pets/:id) e não a URL concreta — se usasse a URL, cada id viraria uma série temporal diferente e a cardinalidade explodiria. Há um teste garantindo isso.</a:t>
            </a:r>
          </a:p>
          <a:p>
            <a:pPr marL="228600" indent="-228600">
              <a:buFont typeface="Arial"/>
              <a:buChar char="•"/>
              <a:spcBef>
                <a:spcPts val="200"/>
              </a:spcBef>
              <a:spcAft>
                <a:spcPts val="400"/>
              </a:spcAft>
            </a:pPr>
            <a:r>
              <a:rPr sz="1500" b="0">
                <a:solidFill>
                  <a:srgbClr val="44445C"/>
                </a:solidFill>
              </a:rPr>
              <a:t>O Grafana sobe com fonte de dados e painel de oito visualizações já provisionados por arquivo. Quatro alertas cobrem queda da API, taxa de erro acima de 5%, latência p95 acima de 500ms e memória acima de 300MB; os mesmos limiares viraram alarmes do CloudWatch no Terraform.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600" b="1">
                <a:solidFill>
                  <a:srgbClr val="19266B"/>
                </a:solidFill>
              </a:rPr>
              <a:t>4. Segurança</a:t>
            </a:r>
          </a:p>
          <a:p>
            <a:pPr marL="228600" indent="-228600">
              <a:buFont typeface="Arial"/>
              <a:buChar char="•"/>
              <a:spcBef>
                <a:spcPts val="200"/>
              </a:spcBef>
              <a:spcAft>
                <a:spcPts val="400"/>
              </a:spcAft>
            </a:pPr>
            <a:r>
              <a:rPr sz="1500" b="0">
                <a:solidFill>
                  <a:srgbClr val="44445C"/>
                </a:solidFill>
              </a:rPr>
              <a:t>O seguranca.yml roda em cinco frentes a cada push, pull request e toda segunda-feira: npm audit nas dependências, CodeQL no código, Gitleaks procurando segredos no histórico, Hadolint nos Dockerfiles e Trivy na imagem e na infraestrutura como código.</a:t>
            </a:r>
          </a:p>
          <a:p>
            <a:pPr marL="228600" indent="-228600">
              <a:buFont typeface="Arial"/>
              <a:buChar char="•"/>
              <a:spcBef>
                <a:spcPts val="200"/>
              </a:spcBef>
              <a:spcAft>
                <a:spcPts val="400"/>
              </a:spcAft>
            </a:pPr>
            <a:r>
              <a:rPr sz="1500" b="0">
                <a:solidFill>
                  <a:srgbClr val="44445C"/>
                </a:solidFill>
              </a:rPr>
              <a:t>Na aplicação: helmet nos cabeçalhos de segurança, x-powered-by desligado, corpo do JSON limitado a 10kb e CORS configurável por ambiente em vez de aberto por padrão.</a:t>
            </a:r>
          </a:p>
        </p:txBody>
      </p:sp>
    </p:spTree>
    <p:extLst>
      <p:ext uri="{BB962C8B-B14F-4D97-AF65-F5344CB8AC3E}">
        <p14:creationId xmlns:p14="http://schemas.microsoft.com/office/powerpoint/2010/main" val="21030818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luxo-devo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7844" y="2295282"/>
            <a:ext cx="11856842" cy="6589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1135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48D887FD-3139-4636-B7E0-7A260054AD9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wrap="square"/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600" b="1">
                <a:solidFill>
                  <a:srgbClr val="19266B"/>
                </a:solidFill>
              </a:rPr>
              <a:t>Resultados</a:t>
            </a:r>
            <a:endParaRPr lang="pt-BR"/>
          </a:p>
          <a:p>
            <a:pPr marL="228600" indent="-228600">
              <a:buFont typeface="Arial"/>
              <a:buChar char="•"/>
              <a:spcBef>
                <a:spcPts val="200"/>
              </a:spcBef>
              <a:spcAft>
                <a:spcPts val="400"/>
              </a:spcAft>
            </a:pPr>
            <a:r>
              <a:rPr sz="1500" b="0">
                <a:solidFill>
                  <a:srgbClr val="44445C"/>
                </a:solidFill>
              </a:rPr>
              <a:t>O caminho entre um commit aprovado e um ambiente validado deixou de depender de alguém estar disponível: o que era uma sequência de passos manuais virou um pipeline com portões explícitos.</a:t>
            </a:r>
          </a:p>
          <a:p>
            <a:pPr marL="228600" indent="-228600">
              <a:buFont typeface="Arial"/>
              <a:buChar char="•"/>
              <a:spcBef>
                <a:spcPts val="200"/>
              </a:spcBef>
              <a:spcAft>
                <a:spcPts val="400"/>
              </a:spcAft>
            </a:pPr>
            <a:r>
              <a:rPr sz="1500" b="0">
                <a:solidFill>
                  <a:srgbClr val="44445C"/>
                </a:solidFill>
              </a:rPr>
              <a:t>A falha de um deploy passou a ser detectada pelo smoke test em segundos, e não por um usuário reclamando — e a versão anterior volta ao ar sem intervenção.</a:t>
            </a:r>
          </a:p>
          <a:p>
            <a:pPr marL="228600" indent="-228600">
              <a:buFont typeface="Arial"/>
              <a:buChar char="•"/>
              <a:spcBef>
                <a:spcPts val="200"/>
              </a:spcBef>
              <a:spcAft>
                <a:spcPts val="400"/>
              </a:spcAft>
            </a:pPr>
            <a:r>
              <a:rPr sz="1500" b="0">
                <a:solidFill>
                  <a:srgbClr val="44445C"/>
                </a:solidFill>
              </a:rPr>
              <a:t>Uma vulnerabilidade crítica em dependência ou na imagem trava a promoção antes de ela chegar a qualquer ambiente. Segurança virou etapa do pipeline, não revisão manual.</a:t>
            </a:r>
          </a:p>
          <a:p>
            <a:pPr marL="228600" indent="-228600">
              <a:buFont typeface="Arial"/>
              <a:buChar char="•"/>
              <a:spcBef>
                <a:spcPts val="200"/>
              </a:spcBef>
              <a:spcAft>
                <a:spcPts val="400"/>
              </a:spcAft>
            </a:pPr>
            <a:r>
              <a:rPr sz="1500" b="0">
                <a:solidFill>
                  <a:srgbClr val="44445C"/>
                </a:solidFill>
              </a:rPr>
              <a:t>A aplicação deixou de ser uma caixa preta em execução: há métricas, painel e alertas com limiares definidos.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600" b="1">
                <a:solidFill>
                  <a:srgbClr val="19266B"/>
                </a:solidFill>
              </a:rPr>
              <a:t>Melhorias futuras</a:t>
            </a:r>
          </a:p>
          <a:p>
            <a:pPr marL="228600" indent="-228600">
              <a:buFont typeface="Arial"/>
              <a:buChar char="•"/>
              <a:spcBef>
                <a:spcPts val="200"/>
              </a:spcBef>
              <a:spcAft>
                <a:spcPts val="400"/>
              </a:spcAft>
            </a:pPr>
            <a:r>
              <a:rPr sz="1500" b="1">
                <a:solidFill>
                  <a:srgbClr val="393683"/>
                </a:solidFill>
              </a:rPr>
              <a:t>Banco de dados com migrações versionadas. </a:t>
            </a:r>
            <a:r>
              <a:rPr sz="1500" b="0">
                <a:solidFill>
                  <a:srgbClr val="44445C"/>
                </a:solidFill>
              </a:rPr>
              <a:t>O estado em memória some a cada reinício; um PostgreSQL com migrações no pipeline traria o desafio real de evoluir esquema sem downtime.</a:t>
            </a:r>
          </a:p>
          <a:p>
            <a:pPr marL="228600" indent="-228600">
              <a:buFont typeface="Arial"/>
              <a:buChar char="•"/>
              <a:spcBef>
                <a:spcPts val="200"/>
              </a:spcBef>
              <a:spcAft>
                <a:spcPts val="400"/>
              </a:spcAft>
            </a:pPr>
            <a:r>
              <a:rPr sz="1500" b="1">
                <a:solidFill>
                  <a:srgbClr val="393683"/>
                </a:solidFill>
              </a:rPr>
              <a:t>Deploy canário. </a:t>
            </a:r>
            <a:r>
              <a:rPr sz="1500" b="0">
                <a:solidFill>
                  <a:srgbClr val="44445C"/>
                </a:solidFill>
              </a:rPr>
              <a:t>Hoje o rolling update troca todas as réplicas. Um canário com 10% do tráfego, promovido apenas se a taxa de erro se mantiver, reduziria o raio de impacto de uma versão ruim.</a:t>
            </a:r>
          </a:p>
          <a:p>
            <a:pPr marL="228600" indent="-228600">
              <a:buFont typeface="Arial"/>
              <a:buChar char="•"/>
              <a:spcBef>
                <a:spcPts val="200"/>
              </a:spcBef>
              <a:spcAft>
                <a:spcPts val="400"/>
              </a:spcAft>
            </a:pPr>
            <a:r>
              <a:rPr sz="1500" b="1">
                <a:solidFill>
                  <a:srgbClr val="393683"/>
                </a:solidFill>
              </a:rPr>
              <a:t>Rastreamento distribuído. </a:t>
            </a:r>
            <a:r>
              <a:rPr sz="1500" b="0">
                <a:solidFill>
                  <a:srgbClr val="44445C"/>
                </a:solidFill>
              </a:rPr>
              <a:t>As métricas dizem que algo está lento; OpenTelemetry com Jaeger diria onde.</a:t>
            </a:r>
          </a:p>
          <a:p>
            <a:pPr marL="228600" indent="-228600">
              <a:buFont typeface="Arial"/>
              <a:buChar char="•"/>
              <a:spcBef>
                <a:spcPts val="200"/>
              </a:spcBef>
              <a:spcAft>
                <a:spcPts val="400"/>
              </a:spcAft>
            </a:pPr>
            <a:r>
              <a:rPr sz="1500" b="1">
                <a:solidFill>
                  <a:srgbClr val="393683"/>
                </a:solidFill>
              </a:rPr>
              <a:t>Gestão de segredos. </a:t>
            </a:r>
            <a:r>
              <a:rPr sz="1500" b="0">
                <a:solidFill>
                  <a:srgbClr val="44445C"/>
                </a:solidFill>
              </a:rPr>
              <a:t>Vault ou AWS Secrets Manager com rotação automática, no lugar de ConfigMap e secrets do GitHub.</a:t>
            </a:r>
          </a:p>
          <a:p>
            <a:pPr marL="228600" indent="-228600">
              <a:buFont typeface="Arial"/>
              <a:buChar char="•"/>
              <a:spcBef>
                <a:spcPts val="200"/>
              </a:spcBef>
              <a:spcAft>
                <a:spcPts val="400"/>
              </a:spcAft>
            </a:pPr>
            <a:r>
              <a:rPr sz="1500" b="1">
                <a:solidFill>
                  <a:srgbClr val="393683"/>
                </a:solidFill>
              </a:rPr>
              <a:t>GitOps com ArgoCD. </a:t>
            </a:r>
            <a:r>
              <a:rPr sz="1500" b="0">
                <a:solidFill>
                  <a:srgbClr val="44445C"/>
                </a:solidFill>
              </a:rPr>
              <a:t>O cluster passaria a se reconciliar sozinho a partir do repositório, eliminando o kubectl apply imperativo do pipeline.</a:t>
            </a:r>
          </a:p>
          <a:p>
            <a:pPr marL="228600" indent="-228600">
              <a:buFont typeface="Arial"/>
              <a:buChar char="•"/>
              <a:spcBef>
                <a:spcPts val="200"/>
              </a:spcBef>
              <a:spcAft>
                <a:spcPts val="400"/>
              </a:spcAft>
            </a:pPr>
            <a:r>
              <a:rPr sz="1500" b="1">
                <a:solidFill>
                  <a:srgbClr val="393683"/>
                </a:solidFill>
              </a:rPr>
              <a:t>Testes de carga no pipeline. </a:t>
            </a:r>
            <a:r>
              <a:rPr sz="1500" b="0">
                <a:solidFill>
                  <a:srgbClr val="44445C"/>
                </a:solidFill>
              </a:rPr>
              <a:t>k6 em staging, com limiares de latência que reprovam a promoção, fecharia a lacuna entre "os testes passam" e "aguenta produção".</a:t>
            </a:r>
          </a:p>
        </p:txBody>
      </p:sp>
    </p:spTree>
    <p:extLst>
      <p:ext uri="{BB962C8B-B14F-4D97-AF65-F5344CB8AC3E}">
        <p14:creationId xmlns:p14="http://schemas.microsoft.com/office/powerpoint/2010/main" val="42873457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0378000"/>
      </p:ext>
    </p:extLst>
  </p:cSld>
  <p:clrMapOvr>
    <a:masterClrMapping/>
  </p:clrMapOvr>
</p:sld>
</file>

<file path=ppt/theme/theme1.xml><?xml version="1.0" encoding="utf-8"?>
<a:theme xmlns:a="http://schemas.openxmlformats.org/drawingml/2006/main" name="Extensionista_Mapa_de_Empatia">
  <a:themeElements>
    <a:clrScheme name="Personalizada 8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0563C1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34925">
          <a:noFill/>
        </a:ln>
      </a:spPr>
      <a:bodyPr lIns="0" tIns="0" rIns="0" bIns="0" rtlCol="0" anchor="t"/>
      <a:lstStyle>
        <a:defPPr algn="l">
          <a:lnSpc>
            <a:spcPct val="100000"/>
          </a:lnSpc>
          <a:defRPr sz="1600" b="1" spc="50" dirty="0" smtClean="0">
            <a:solidFill>
              <a:srgbClr val="19266B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  <a:ln w="9525">
          <a:solidFill>
            <a:srgbClr val="4B00DC"/>
          </a:solidFill>
        </a:ln>
      </a:spPr>
      <a:bodyPr wrap="square" lIns="72000" tIns="72000" rIns="72000" bIns="72000" rtlCol="0" anchor="ctr" anchorCtr="0">
        <a:spAutoFit/>
      </a:bodyPr>
      <a:lstStyle>
        <a:defPPr algn="ctr" fontAlgn="base">
          <a:lnSpc>
            <a:spcPts val="2400"/>
          </a:lnSpc>
          <a:defRPr sz="2000" b="0" kern="1800" spc="-10" baseline="0" dirty="0" smtClean="0">
            <a:solidFill>
              <a:srgbClr val="4B00DC"/>
            </a:solidFill>
            <a:effectLst/>
            <a:latin typeface="+mn-lt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Extensionista_Mapa_de_Empatia" id="{1E0A14DB-EACD-4C09-970D-9B74786C02BA}" vid="{A356B5F9-4AF9-4532-8AB7-0B7F924627AB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6439f31e-650a-4110-90ce-dedea4761958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0B80C79D672AC42A1970465DFBE826F" ma:contentTypeVersion="15" ma:contentTypeDescription="Crie um novo documento." ma:contentTypeScope="" ma:versionID="2eefaa1e6d6c44dc16da2b9d163c9050">
  <xsd:schema xmlns:xsd="http://www.w3.org/2001/XMLSchema" xmlns:xs="http://www.w3.org/2001/XMLSchema" xmlns:p="http://schemas.microsoft.com/office/2006/metadata/properties" xmlns:ns3="6439f31e-650a-4110-90ce-dedea4761958" xmlns:ns4="0c1d693f-504f-4903-8fa4-fc4240ce4f11" targetNamespace="http://schemas.microsoft.com/office/2006/metadata/properties" ma:root="true" ma:fieldsID="0d3e9c37c1323d55a0c2b9c866021e93" ns3:_="" ns4:_="">
    <xsd:import namespace="6439f31e-650a-4110-90ce-dedea4761958"/>
    <xsd:import namespace="0c1d693f-504f-4903-8fa4-fc4240ce4f1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OCR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39f31e-650a-4110-90ce-dedea476195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1d693f-504f-4903-8fa4-fc4240ce4f11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Hash de Dica de Compartilhamento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C5DC577-20A1-4512-B4E1-28F0CC21B7A7}">
  <ds:schemaRefs>
    <ds:schemaRef ds:uri="http://purl.org/dc/dcmitype/"/>
    <ds:schemaRef ds:uri="0c1d693f-504f-4903-8fa4-fc4240ce4f11"/>
    <ds:schemaRef ds:uri="http://purl.org/dc/elements/1.1/"/>
    <ds:schemaRef ds:uri="http://schemas.microsoft.com/office/2006/metadata/properties"/>
    <ds:schemaRef ds:uri="http://schemas.microsoft.com/office/2006/documentManagement/types"/>
    <ds:schemaRef ds:uri="6439f31e-650a-4110-90ce-dedea4761958"/>
    <ds:schemaRef ds:uri="http://purl.org/dc/terms/"/>
    <ds:schemaRef ds:uri="http://schemas.openxmlformats.org/package/2006/metadata/core-properties"/>
    <ds:schemaRef ds:uri="http://schemas.microsoft.com/office/infopath/2007/PartnerControl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F16D510D-55C7-43E2-BA4A-72786699A12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4840938-E05E-4C2F-BC8B-C9AED83822C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439f31e-650a-4110-90ce-dedea4761958"/>
    <ds:schemaRef ds:uri="0c1d693f-504f-4903-8fa4-fc4240ce4f1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Extensionista_Mapa_de_Empatia</Template>
  <TotalTime>2255</TotalTime>
  <Words>1</Words>
  <Application>Microsoft Office PowerPoint</Application>
  <PresentationFormat>Personalizar</PresentationFormat>
  <Paragraphs>1</Paragraphs>
  <Slides>13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6" baseType="lpstr">
      <vt:lpstr>Arial</vt:lpstr>
      <vt:lpstr>Calibri</vt:lpstr>
      <vt:lpstr>Extensionista_Mapa_de_Empatia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Rafaela Boletti Duraes Souto</dc:creator>
  <cp:lastModifiedBy>Amanda Farias Hamermuller</cp:lastModifiedBy>
  <cp:revision>281</cp:revision>
  <dcterms:created xsi:type="dcterms:W3CDTF">2024-07-05T13:08:06Z</dcterms:created>
  <dcterms:modified xsi:type="dcterms:W3CDTF">2025-07-22T17:32:08Z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0x010100D0B80C79D672AC42A1970465DFBE826F</vt:lpwstr>
  </property>
  <property fmtid="{D5CDD505-2E9C-101B-9397-08002B2CF9AE}" pid="3" name="MSIP_Label_086c2b39-4223-4d15-bcb9-787ea17e6435_Enabled">
    <vt:lpwstr>true</vt:lpwstr>
  </property>
  <property fmtid="{D5CDD505-2E9C-101B-9397-08002B2CF9AE}" pid="4" name="MSIP_Label_086c2b39-4223-4d15-bcb9-787ea17e6435_SetDate">
    <vt:lpwstr>2025-07-22T17:31:50Z</vt:lpwstr>
  </property>
  <property fmtid="{D5CDD505-2E9C-101B-9397-08002B2CF9AE}" pid="5" name="MSIP_Label_086c2b39-4223-4d15-bcb9-787ea17e6435_Method">
    <vt:lpwstr>Standard</vt:lpwstr>
  </property>
  <property fmtid="{D5CDD505-2E9C-101B-9397-08002B2CF9AE}" pid="6" name="MSIP_Label_086c2b39-4223-4d15-bcb9-787ea17e6435_Name">
    <vt:lpwstr>086c2b39-4223-4d15-bcb9-787ea17e6435</vt:lpwstr>
  </property>
  <property fmtid="{D5CDD505-2E9C-101B-9397-08002B2CF9AE}" pid="7" name="MSIP_Label_086c2b39-4223-4d15-bcb9-787ea17e6435_SiteId">
    <vt:lpwstr>7575b092-fc5f-4f6c-b7a5-9e9ef7aca80d</vt:lpwstr>
  </property>
  <property fmtid="{D5CDD505-2E9C-101B-9397-08002B2CF9AE}" pid="8" name="MSIP_Label_086c2b39-4223-4d15-bcb9-787ea17e6435_ActionId">
    <vt:lpwstr>ce42a295-90ee-446d-8e3a-fbaaeea0ebb4</vt:lpwstr>
  </property>
  <property fmtid="{D5CDD505-2E9C-101B-9397-08002B2CF9AE}" pid="9" name="MSIP_Label_086c2b39-4223-4d15-bcb9-787ea17e6435_ContentBits">
    <vt:lpwstr>0</vt:lpwstr>
  </property>
  <property fmtid="{D5CDD505-2E9C-101B-9397-08002B2CF9AE}" pid="10" name="MSIP_Label_086c2b39-4223-4d15-bcb9-787ea17e6435_Tag">
    <vt:lpwstr>10, 3, 0, 1</vt:lpwstr>
  </property>
</Properties>
</file>